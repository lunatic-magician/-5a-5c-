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525" r:id="rId2"/>
    <p:sldId id="527" r:id="rId3"/>
    <p:sldId id="528" r:id="rId4"/>
    <p:sldId id="526" r:id="rId5"/>
    <p:sldId id="529" r:id="rId6"/>
    <p:sldId id="530" r:id="rId7"/>
    <p:sldId id="531" r:id="rId8"/>
    <p:sldId id="532" r:id="rId9"/>
  </p:sldIdLst>
  <p:sldSz cx="12192000" cy="6858000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6" userDrawn="1">
          <p15:clr>
            <a:srgbClr val="A4A3A4"/>
          </p15:clr>
        </p15:guide>
        <p15:guide id="2" pos="7256" userDrawn="1">
          <p15:clr>
            <a:srgbClr val="A4A3A4"/>
          </p15:clr>
        </p15:guide>
        <p15:guide id="3" orient="horz" pos="648" userDrawn="1">
          <p15:clr>
            <a:srgbClr val="A4A3A4"/>
          </p15:clr>
        </p15:guide>
        <p15:guide id="4" orient="horz" pos="712" userDrawn="1">
          <p15:clr>
            <a:srgbClr val="A4A3A4"/>
          </p15:clr>
        </p15:guide>
        <p15:guide id="5" orient="horz" pos="3928" userDrawn="1">
          <p15:clr>
            <a:srgbClr val="A4A3A4"/>
          </p15:clr>
        </p15:guide>
        <p15:guide id="6" orient="horz" pos="386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C5881"/>
    <a:srgbClr val="F4F7FD"/>
    <a:srgbClr val="A4B7D4"/>
    <a:srgbClr val="EDEDED"/>
    <a:srgbClr val="9A574D"/>
    <a:srgbClr val="F5C97A"/>
    <a:srgbClr val="F0B45A"/>
    <a:srgbClr val="B8282E"/>
    <a:srgbClr val="DC4E41"/>
    <a:srgbClr val="23181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00" autoAdjust="0"/>
    <p:restoredTop sz="93596" autoAdjust="0"/>
  </p:normalViewPr>
  <p:slideViewPr>
    <p:cSldViewPr snapToGrid="0" showGuides="1">
      <p:cViewPr varScale="1">
        <p:scale>
          <a:sx n="70" d="100"/>
          <a:sy n="70" d="100"/>
        </p:scale>
        <p:origin x="45" y="483"/>
      </p:cViewPr>
      <p:guideLst>
        <p:guide pos="416"/>
        <p:guide pos="7256"/>
        <p:guide orient="horz" pos="648"/>
        <p:guide orient="horz" pos="712"/>
        <p:guide orient="horz" pos="3928"/>
        <p:guide orient="horz" pos="3864"/>
      </p:guideLst>
    </p:cSldViewPr>
  </p:slideViewPr>
  <p:notesTextViewPr>
    <p:cViewPr>
      <p:scale>
        <a:sx n="75" d="100"/>
        <a:sy n="75" d="100"/>
      </p:scale>
      <p:origin x="0" y="0"/>
    </p:cViewPr>
  </p:notesTextViewPr>
  <p:sorterViewPr>
    <p:cViewPr varScale="1">
      <p:scale>
        <a:sx n="1" d="1"/>
        <a:sy n="1" d="1"/>
      </p:scale>
      <p:origin x="0" y="-4194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0F783F24-5C15-4D68-A484-913DE326CD9A}" type="datetimeFigureOut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 dirty="0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fld id="{78F332AE-CF90-437C-9F1F-BE6050743CDA}" type="slidenum">
              <a:rPr lang="zh-CN" altLang="en-US" smtClean="0"/>
              <a:t>‹#›</a:t>
            </a:fld>
            <a:endParaRPr lang="zh-CN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微软雅黑" panose="020B0503020204020204" pitchFamily="34" charset="-122"/>
        <a:ea typeface="微软雅黑" panose="020B0503020204020204" pitchFamily="34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5D2AF0-EE8F-C942-F6F4-0334E2A5B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BD77882B-F5AC-6CF9-4574-2033D1B170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1B2D6252-2713-9D25-BFCD-0E4AFBDF7D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37B090A-3CFB-A16D-B953-631E9C51004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  <a:t>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637938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395D83-A56C-EB19-059D-6DAF7CBA8B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93FA774F-88B3-D44B-926D-4BCB7D1406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A966BDC-3229-37C2-0CCA-6E55D0B3857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CF1AE22-86F3-645A-3A88-45C385D1575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  <a:t>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7873016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BD8A07-B86D-61AA-B811-0BB2D39465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AE693440-D3AB-0EB2-57ED-DB887E5E3CA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AA246053-BBE4-D962-CAE6-DD261D50464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5AAAE2B-C86E-9324-CA66-96CA125C26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  <a:t>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91173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691D36-A978-F6AA-7625-EC03BDDA9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D64F8FB6-4EC4-073E-140B-D0A4822CE14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CC33618C-7161-0DD2-A23D-A0BB288E86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E0AACDB-9334-F054-C058-420C1EDD93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  <a:t>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3776606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241D90-AEB1-26D2-94D0-7C8C55B131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6475BA-7C68-4575-4B0A-714067B35D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E6EB2E35-D094-DC5D-B833-BF6362AF999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BAC9F1F-540F-E49F-365C-52FE736B529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  <a:t>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415296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B96ACE-5651-171F-057F-787AF5CEB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4E6E3C7-AD97-747E-94DD-4D8B89A5E6C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DB593CB8-4936-49B9-9CF0-9AD112CE8B4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087A2FA-6B69-4A9A-4EB8-8B10CBDDFF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  <a:t>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871228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5544FD-C2E0-47C6-7BFA-CF0806AF64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30E1C4B4-CD8B-C3EE-44AA-22595C5F0D3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BEC4DB36-DE15-643C-6D82-E7437692DF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0BC94F-14A4-9E25-BA8C-6FAC2AE087F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  <a:t>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427531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733C3E-DD93-8864-28DB-13CB27C7AD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4D8C767E-6CD4-B091-5842-36A86FBE72B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26EE0437-0193-B37D-1B3F-4285504A92C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5C4C5F4-276D-9292-7804-52AA25F436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8F332AE-CF90-437C-9F1F-BE6050743CDA}" type="slidenum">
              <a:rPr lang="zh-CN" altLang="en-US" smtClean="0"/>
              <a:t>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2113797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A181727-A34B-4640-B93E-0686B6355DC9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" name="组合 10"/>
          <p:cNvGrpSpPr/>
          <p:nvPr userDrawn="1"/>
        </p:nvGrpSpPr>
        <p:grpSpPr>
          <a:xfrm>
            <a:off x="9987330" y="467575"/>
            <a:ext cx="1391400" cy="432133"/>
            <a:chOff x="9987330" y="467575"/>
            <a:chExt cx="1391400" cy="432133"/>
          </a:xfrm>
        </p:grpSpPr>
        <p:sp>
          <p:nvSpPr>
            <p:cNvPr id="51" name="Freeform 270"/>
            <p:cNvSpPr/>
            <p:nvPr/>
          </p:nvSpPr>
          <p:spPr bwMode="auto">
            <a:xfrm>
              <a:off x="9987330" y="469580"/>
              <a:ext cx="262188" cy="277227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10496917" y="486876"/>
              <a:ext cx="185988" cy="242637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10958878" y="514448"/>
              <a:ext cx="180724" cy="205539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11163415" y="467575"/>
              <a:ext cx="215315" cy="162928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11175196" y="575859"/>
              <a:ext cx="143627" cy="172703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10676889" y="476598"/>
              <a:ext cx="275222" cy="317583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10723260" y="487878"/>
              <a:ext cx="84973" cy="57401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10304412" y="563828"/>
              <a:ext cx="117558" cy="179220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10267565" y="473590"/>
              <a:ext cx="188746" cy="91490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10389133" y="645041"/>
              <a:ext cx="62414" cy="58152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10274082" y="683391"/>
              <a:ext cx="46623" cy="33839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9999111" y="829023"/>
              <a:ext cx="55646" cy="55145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0060272" y="828272"/>
              <a:ext cx="59406" cy="55646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0126193" y="829023"/>
              <a:ext cx="55395" cy="55145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0188106" y="829023"/>
              <a:ext cx="23562" cy="70685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0222447" y="829023"/>
              <a:ext cx="20053" cy="54894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10254029" y="829023"/>
              <a:ext cx="55395" cy="55145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10320203" y="828272"/>
              <a:ext cx="50382" cy="56398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10408936" y="829023"/>
              <a:ext cx="68179" cy="54894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10488645" y="829023"/>
              <a:ext cx="44868" cy="54894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10544541" y="829023"/>
              <a:ext cx="53139" cy="54894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10609211" y="829023"/>
              <a:ext cx="20053" cy="54894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10640544" y="828272"/>
              <a:ext cx="43866" cy="56398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10689923" y="828272"/>
              <a:ext cx="59656" cy="55646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10756097" y="829023"/>
              <a:ext cx="43615" cy="54894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10836056" y="829023"/>
              <a:ext cx="54894" cy="55646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10900726" y="829023"/>
              <a:ext cx="55395" cy="55145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10967150" y="829023"/>
              <a:ext cx="19802" cy="54894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10993720" y="829023"/>
              <a:ext cx="57902" cy="55646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11057387" y="829023"/>
              <a:ext cx="44868" cy="54894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11113534" y="829023"/>
              <a:ext cx="54393" cy="54894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11173442" y="828272"/>
              <a:ext cx="38350" cy="56398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11222069" y="829023"/>
              <a:ext cx="20303" cy="54894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11251145" y="829023"/>
              <a:ext cx="51385" cy="54894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11306541" y="829023"/>
              <a:ext cx="55145" cy="54894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86" name="图片 85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36099" y="412165"/>
            <a:ext cx="388766" cy="515116"/>
          </a:xfrm>
          <a:prstGeom prst="rect">
            <a:avLst/>
          </a:prstGeom>
        </p:spPr>
      </p:pic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矩形: 剪去单角 94"/>
          <p:cNvSpPr/>
          <p:nvPr userDrawn="1"/>
        </p:nvSpPr>
        <p:spPr>
          <a:xfrm>
            <a:off x="0" y="417084"/>
            <a:ext cx="590299" cy="611358"/>
          </a:xfrm>
          <a:prstGeom prst="snip1Rect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701473" y="304493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cxnSp>
        <p:nvCxnSpPr>
          <p:cNvPr id="90" name="直接连接符 89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组合 48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0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1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1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2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97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0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24" name="图片 123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矩形 47"/>
          <p:cNvSpPr/>
          <p:nvPr userDrawn="1"/>
        </p:nvSpPr>
        <p:spPr>
          <a:xfrm>
            <a:off x="0" y="1766854"/>
            <a:ext cx="12192000" cy="3138975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7" name="组合 56"/>
          <p:cNvGrpSpPr/>
          <p:nvPr userDrawn="1"/>
        </p:nvGrpSpPr>
        <p:grpSpPr>
          <a:xfrm>
            <a:off x="4833184" y="812181"/>
            <a:ext cx="2525633" cy="669707"/>
            <a:chOff x="4424897" y="1351534"/>
            <a:chExt cx="3151707" cy="835719"/>
          </a:xfrm>
        </p:grpSpPr>
        <p:sp>
          <p:nvSpPr>
            <p:cNvPr id="58" name="Freeform 270"/>
            <p:cNvSpPr/>
            <p:nvPr/>
          </p:nvSpPr>
          <p:spPr bwMode="auto">
            <a:xfrm>
              <a:off x="5319209" y="1444684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71"/>
            <p:cNvSpPr/>
            <p:nvPr/>
          </p:nvSpPr>
          <p:spPr bwMode="auto">
            <a:xfrm>
              <a:off x="6145958" y="1472744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2"/>
            <p:cNvSpPr/>
            <p:nvPr/>
          </p:nvSpPr>
          <p:spPr bwMode="auto">
            <a:xfrm>
              <a:off x="6895440" y="1517477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73"/>
            <p:cNvSpPr>
              <a:spLocks noEditPoints="1"/>
            </p:cNvSpPr>
            <p:nvPr/>
          </p:nvSpPr>
          <p:spPr bwMode="auto">
            <a:xfrm>
              <a:off x="7227279" y="1441431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74"/>
            <p:cNvSpPr>
              <a:spLocks noEditPoints="1"/>
            </p:cNvSpPr>
            <p:nvPr/>
          </p:nvSpPr>
          <p:spPr bwMode="auto">
            <a:xfrm>
              <a:off x="7246392" y="1617110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75"/>
            <p:cNvSpPr/>
            <p:nvPr/>
          </p:nvSpPr>
          <p:spPr bwMode="auto">
            <a:xfrm>
              <a:off x="6437944" y="1456070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76"/>
            <p:cNvSpPr/>
            <p:nvPr/>
          </p:nvSpPr>
          <p:spPr bwMode="auto">
            <a:xfrm>
              <a:off x="6513176" y="1474370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77"/>
            <p:cNvSpPr/>
            <p:nvPr/>
          </p:nvSpPr>
          <p:spPr bwMode="auto">
            <a:xfrm>
              <a:off x="5833640" y="1597590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66" name="Freeform 278"/>
            <p:cNvSpPr/>
            <p:nvPr/>
          </p:nvSpPr>
          <p:spPr bwMode="auto">
            <a:xfrm>
              <a:off x="5773860" y="1451190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79"/>
            <p:cNvSpPr/>
            <p:nvPr/>
          </p:nvSpPr>
          <p:spPr bwMode="auto">
            <a:xfrm>
              <a:off x="5971091" y="1729350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0"/>
            <p:cNvSpPr/>
            <p:nvPr/>
          </p:nvSpPr>
          <p:spPr bwMode="auto">
            <a:xfrm>
              <a:off x="5784433" y="1791569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1"/>
            <p:cNvSpPr/>
            <p:nvPr/>
          </p:nvSpPr>
          <p:spPr bwMode="auto">
            <a:xfrm>
              <a:off x="5338322" y="2027840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2"/>
            <p:cNvSpPr>
              <a:spLocks noEditPoints="1"/>
            </p:cNvSpPr>
            <p:nvPr/>
          </p:nvSpPr>
          <p:spPr bwMode="auto">
            <a:xfrm>
              <a:off x="5437549" y="2026621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83"/>
            <p:cNvSpPr/>
            <p:nvPr/>
          </p:nvSpPr>
          <p:spPr bwMode="auto">
            <a:xfrm>
              <a:off x="5544500" y="2027840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84"/>
            <p:cNvSpPr/>
            <p:nvPr/>
          </p:nvSpPr>
          <p:spPr bwMode="auto">
            <a:xfrm>
              <a:off x="5644947" y="2027840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85"/>
            <p:cNvSpPr/>
            <p:nvPr/>
          </p:nvSpPr>
          <p:spPr bwMode="auto">
            <a:xfrm>
              <a:off x="5700661" y="2027840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86"/>
            <p:cNvSpPr/>
            <p:nvPr/>
          </p:nvSpPr>
          <p:spPr bwMode="auto">
            <a:xfrm>
              <a:off x="5751900" y="2027840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87"/>
            <p:cNvSpPr/>
            <p:nvPr/>
          </p:nvSpPr>
          <p:spPr bwMode="auto">
            <a:xfrm>
              <a:off x="5859260" y="2026621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88"/>
            <p:cNvSpPr/>
            <p:nvPr/>
          </p:nvSpPr>
          <p:spPr bwMode="auto">
            <a:xfrm>
              <a:off x="6003219" y="2027840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89"/>
            <p:cNvSpPr/>
            <p:nvPr/>
          </p:nvSpPr>
          <p:spPr bwMode="auto">
            <a:xfrm>
              <a:off x="6132538" y="2027840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0"/>
            <p:cNvSpPr>
              <a:spLocks noEditPoints="1"/>
            </p:cNvSpPr>
            <p:nvPr/>
          </p:nvSpPr>
          <p:spPr bwMode="auto">
            <a:xfrm>
              <a:off x="6223224" y="2027840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1"/>
            <p:cNvSpPr/>
            <p:nvPr/>
          </p:nvSpPr>
          <p:spPr bwMode="auto">
            <a:xfrm>
              <a:off x="6328143" y="2027840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2"/>
            <p:cNvSpPr/>
            <p:nvPr/>
          </p:nvSpPr>
          <p:spPr bwMode="auto">
            <a:xfrm>
              <a:off x="6378977" y="2026621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93"/>
            <p:cNvSpPr>
              <a:spLocks noEditPoints="1"/>
            </p:cNvSpPr>
            <p:nvPr/>
          </p:nvSpPr>
          <p:spPr bwMode="auto">
            <a:xfrm>
              <a:off x="6459090" y="2026621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294"/>
            <p:cNvSpPr/>
            <p:nvPr/>
          </p:nvSpPr>
          <p:spPr bwMode="auto">
            <a:xfrm>
              <a:off x="6566450" y="2027840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295"/>
            <p:cNvSpPr/>
            <p:nvPr/>
          </p:nvSpPr>
          <p:spPr bwMode="auto">
            <a:xfrm>
              <a:off x="6696174" y="2027840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296"/>
            <p:cNvSpPr/>
            <p:nvPr/>
          </p:nvSpPr>
          <p:spPr bwMode="auto">
            <a:xfrm>
              <a:off x="6801094" y="2027840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297"/>
            <p:cNvSpPr/>
            <p:nvPr/>
          </p:nvSpPr>
          <p:spPr bwMode="auto">
            <a:xfrm>
              <a:off x="6908860" y="2027840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6" name="Freeform 298"/>
            <p:cNvSpPr/>
            <p:nvPr/>
          </p:nvSpPr>
          <p:spPr bwMode="auto">
            <a:xfrm>
              <a:off x="6951967" y="2027840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99"/>
            <p:cNvSpPr/>
            <p:nvPr/>
          </p:nvSpPr>
          <p:spPr bwMode="auto">
            <a:xfrm>
              <a:off x="7055260" y="2027840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300"/>
            <p:cNvSpPr>
              <a:spLocks noEditPoints="1"/>
            </p:cNvSpPr>
            <p:nvPr/>
          </p:nvSpPr>
          <p:spPr bwMode="auto">
            <a:xfrm>
              <a:off x="7146353" y="2027840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301"/>
            <p:cNvSpPr/>
            <p:nvPr/>
          </p:nvSpPr>
          <p:spPr bwMode="auto">
            <a:xfrm>
              <a:off x="7243546" y="2026621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302"/>
            <p:cNvSpPr/>
            <p:nvPr/>
          </p:nvSpPr>
          <p:spPr bwMode="auto">
            <a:xfrm>
              <a:off x="7322438" y="2027840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303"/>
            <p:cNvSpPr/>
            <p:nvPr/>
          </p:nvSpPr>
          <p:spPr bwMode="auto">
            <a:xfrm>
              <a:off x="7369611" y="2027840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304"/>
            <p:cNvSpPr/>
            <p:nvPr/>
          </p:nvSpPr>
          <p:spPr bwMode="auto">
            <a:xfrm>
              <a:off x="7459485" y="2027840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36" name="图片 13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24897" y="1351534"/>
              <a:ext cx="630731" cy="835719"/>
            </a:xfrm>
            <a:prstGeom prst="rect">
              <a:avLst/>
            </a:prstGeom>
          </p:spPr>
        </p:pic>
      </p:grpSp>
      <p:sp>
        <p:nvSpPr>
          <p:cNvPr id="138" name="标题 1"/>
          <p:cNvSpPr>
            <a:spLocks noGrp="1"/>
          </p:cNvSpPr>
          <p:nvPr>
            <p:ph type="title" hasCustomPrompt="1"/>
          </p:nvPr>
        </p:nvSpPr>
        <p:spPr>
          <a:xfrm>
            <a:off x="1567548" y="2336785"/>
            <a:ext cx="9056905" cy="707886"/>
          </a:xfrm>
        </p:spPr>
        <p:txBody>
          <a:bodyPr wrap="square">
            <a:spAutoFit/>
          </a:bodyPr>
          <a:lstStyle>
            <a:lvl1pPr algn="ctr">
              <a:lnSpc>
                <a:spcPct val="100000"/>
              </a:lnSpc>
              <a:defRPr sz="4000" b="1" spc="600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南京医科大学</a:t>
            </a:r>
          </a:p>
        </p:txBody>
      </p:sp>
      <p:sp>
        <p:nvSpPr>
          <p:cNvPr id="141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2977286" y="5423909"/>
            <a:ext cx="6237428" cy="424732"/>
          </a:xfrm>
        </p:spPr>
        <p:txBody>
          <a:bodyPr wrap="square" anchor="ctr">
            <a:spAutoFit/>
          </a:bodyPr>
          <a:lstStyle>
            <a:lvl1pPr marL="0" indent="0" algn="ctr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汇报人：南小医  丨  导师：南大医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矩形 87"/>
          <p:cNvSpPr/>
          <p:nvPr userDrawn="1"/>
        </p:nvSpPr>
        <p:spPr>
          <a:xfrm>
            <a:off x="0" y="2460456"/>
            <a:ext cx="12192000" cy="2016294"/>
          </a:xfrm>
          <a:prstGeom prst="rect">
            <a:avLst/>
          </a:prstGeom>
          <a:solidFill>
            <a:schemeClr val="accent1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9" name="等腰三角形 88"/>
          <p:cNvSpPr/>
          <p:nvPr userDrawn="1"/>
        </p:nvSpPr>
        <p:spPr>
          <a:xfrm rot="10800000">
            <a:off x="2873646" y="4242560"/>
            <a:ext cx="653762" cy="563588"/>
          </a:xfrm>
          <a:prstGeom prst="triangle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91" name="组合 90"/>
          <p:cNvGrpSpPr/>
          <p:nvPr userDrawn="1"/>
        </p:nvGrpSpPr>
        <p:grpSpPr>
          <a:xfrm>
            <a:off x="713386" y="1446438"/>
            <a:ext cx="3151707" cy="835719"/>
            <a:chOff x="713386" y="1446438"/>
            <a:chExt cx="3151707" cy="835719"/>
          </a:xfrm>
        </p:grpSpPr>
        <p:sp>
          <p:nvSpPr>
            <p:cNvPr id="92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100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27" name="图片 12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pic>
        <p:nvPicPr>
          <p:cNvPr id="128" name="图片 127"/>
          <p:cNvPicPr>
            <a:picLocks noChangeAspect="1"/>
          </p:cNvPicPr>
          <p:nvPr userDrawn="1"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43235" y="866887"/>
            <a:ext cx="3871637" cy="5124226"/>
          </a:xfrm>
          <a:prstGeom prst="rect">
            <a:avLst/>
          </a:prstGeom>
        </p:spPr>
      </p:pic>
      <p:sp>
        <p:nvSpPr>
          <p:cNvPr id="5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22595" y="2734948"/>
            <a:ext cx="6840089" cy="1446550"/>
          </a:xfrm>
        </p:spPr>
        <p:txBody>
          <a:bodyPr wrap="square">
            <a:spAutoFit/>
          </a:bodyPr>
          <a:lstStyle>
            <a:lvl1pPr>
              <a:lnSpc>
                <a:spcPct val="100000"/>
              </a:lnSpc>
              <a:defRPr sz="4400" b="1">
                <a:solidFill>
                  <a:schemeClr val="bg1"/>
                </a:solidFill>
              </a:defRPr>
            </a:lvl1pPr>
          </a:lstStyle>
          <a:p>
            <a:r>
              <a:rPr lang="zh-CN" altLang="en-US" dirty="0"/>
              <a:t>南京医科大学</a:t>
            </a:r>
            <a:br>
              <a:rPr lang="en-US" altLang="zh-CN" dirty="0"/>
            </a:br>
            <a:r>
              <a:rPr lang="zh-CN" altLang="en-US" dirty="0"/>
              <a:t>汇报答辩通用模板</a:t>
            </a:r>
          </a:p>
        </p:txBody>
      </p:sp>
      <p:sp>
        <p:nvSpPr>
          <p:cNvPr id="15" name="文本占位符 14"/>
          <p:cNvSpPr>
            <a:spLocks noGrp="1"/>
          </p:cNvSpPr>
          <p:nvPr>
            <p:ph type="body" sz="quarter" idx="13" hasCustomPrompt="1"/>
          </p:nvPr>
        </p:nvSpPr>
        <p:spPr>
          <a:xfrm>
            <a:off x="658893" y="5043603"/>
            <a:ext cx="5314203" cy="424732"/>
          </a:xfr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汇报人：南小医  丨  导师：南大医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矩形: 圆角 48"/>
          <p:cNvSpPr/>
          <p:nvPr/>
        </p:nvSpPr>
        <p:spPr>
          <a:xfrm>
            <a:off x="669536" y="4685540"/>
            <a:ext cx="4531114" cy="524469"/>
          </a:xfrm>
          <a:prstGeom prst="round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cxnSp>
        <p:nvCxnSpPr>
          <p:cNvPr id="56" name="直接连接符 55"/>
          <p:cNvCxnSpPr/>
          <p:nvPr userDrawn="1"/>
        </p:nvCxnSpPr>
        <p:spPr>
          <a:xfrm flipH="1">
            <a:off x="7743016" y="-88675"/>
            <a:ext cx="609205" cy="2166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7" name="直接连接符 86"/>
          <p:cNvCxnSpPr/>
          <p:nvPr userDrawn="1"/>
        </p:nvCxnSpPr>
        <p:spPr>
          <a:xfrm flipH="1">
            <a:off x="7437334" y="1662400"/>
            <a:ext cx="609205" cy="2166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直接连接符 87"/>
          <p:cNvCxnSpPr/>
          <p:nvPr userDrawn="1"/>
        </p:nvCxnSpPr>
        <p:spPr>
          <a:xfrm flipH="1">
            <a:off x="10943641" y="2934465"/>
            <a:ext cx="609205" cy="2166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9" name="直接连接符 88"/>
          <p:cNvCxnSpPr/>
          <p:nvPr userDrawn="1"/>
        </p:nvCxnSpPr>
        <p:spPr>
          <a:xfrm flipH="1">
            <a:off x="10637959" y="4685540"/>
            <a:ext cx="609205" cy="2166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91" name="组合 90"/>
          <p:cNvGrpSpPr/>
          <p:nvPr userDrawn="1"/>
        </p:nvGrpSpPr>
        <p:grpSpPr>
          <a:xfrm>
            <a:off x="713386" y="1446438"/>
            <a:ext cx="3151707" cy="835719"/>
            <a:chOff x="713386" y="1446438"/>
            <a:chExt cx="3151707" cy="835719"/>
          </a:xfrm>
        </p:grpSpPr>
        <p:sp>
          <p:nvSpPr>
            <p:cNvPr id="92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3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4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5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6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7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8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9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100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1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2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3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4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5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6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7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8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09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0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1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2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3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4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5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6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7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8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19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0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1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2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3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4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5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6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27" name="图片 126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28" name="标题 1"/>
          <p:cNvSpPr>
            <a:spLocks noGrp="1"/>
          </p:cNvSpPr>
          <p:nvPr userDrawn="1">
            <p:ph type="title" hasCustomPrompt="1"/>
          </p:nvPr>
        </p:nvSpPr>
        <p:spPr>
          <a:xfrm>
            <a:off x="630138" y="2720594"/>
            <a:ext cx="6501514" cy="1446550"/>
          </a:xfrm>
          <a:noFill/>
        </p:spPr>
        <p:txBody>
          <a:bodyPr wrap="none" rtlCol="0">
            <a:noAutofit/>
          </a:bodyPr>
          <a:lstStyle>
            <a:lvl1pPr>
              <a:lnSpc>
                <a:spcPct val="100000"/>
              </a:lnSpc>
              <a:defRPr lang="zh-CN" altLang="en-US" sz="4400" b="1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sz="4400" b="1" dirty="0">
                <a:solidFill>
                  <a:schemeClr val="accent1"/>
                </a:solidFill>
              </a:rPr>
              <a:t>南京医科大学</a:t>
            </a:r>
            <a:br>
              <a:rPr lang="zh-CN" altLang="en-US" sz="4400" b="1" dirty="0">
                <a:solidFill>
                  <a:schemeClr val="accent1"/>
                </a:solidFill>
              </a:rPr>
            </a:br>
            <a:r>
              <a:rPr lang="zh-CN" altLang="en-US" sz="4400" b="1" dirty="0">
                <a:solidFill>
                  <a:schemeClr val="accent1"/>
                </a:solidFill>
              </a:rPr>
              <a:t>汇报答辩通用模板</a:t>
            </a:r>
          </a:p>
        </p:txBody>
      </p:sp>
      <p:sp>
        <p:nvSpPr>
          <p:cNvPr id="133" name="文本占位符 14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874216" y="4766751"/>
            <a:ext cx="4102965" cy="369332"/>
          </a:xfrm>
        </p:spPr>
        <p:txBody>
          <a:bodyPr wrap="square">
            <a:spAutoFit/>
          </a:bodyPr>
          <a:lstStyle>
            <a:lvl1pPr marL="0" indent="0" algn="l">
              <a:buFontTx/>
              <a:buNone/>
              <a:defRPr sz="2000">
                <a:solidFill>
                  <a:schemeClr val="bg1"/>
                </a:solidFill>
              </a:defRPr>
            </a:lvl1pPr>
          </a:lstStyle>
          <a:p>
            <a:pPr lvl="0"/>
            <a:r>
              <a:rPr lang="zh-CN" altLang="en-US" dirty="0"/>
              <a:t>汇报人：南小医  丨  导师：南大医 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sz="quarter" idx="15"/>
          </p:nvPr>
        </p:nvSpPr>
        <p:spPr>
          <a:xfrm>
            <a:off x="6794878" y="-1"/>
            <a:ext cx="5397122" cy="6852205"/>
          </a:xfrm>
          <a:prstGeom prst="parallelogram">
            <a:avLst>
              <a:gd name="adj" fmla="val 35760"/>
            </a:avLst>
          </a:prstGeom>
          <a:ln w="38100"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" name="Group 198"/>
          <p:cNvGrpSpPr>
            <a:grpSpLocks noChangeAspect="1"/>
          </p:cNvGrpSpPr>
          <p:nvPr userDrawn="1"/>
        </p:nvGrpSpPr>
        <p:grpSpPr bwMode="auto">
          <a:xfrm>
            <a:off x="231775" y="766915"/>
            <a:ext cx="7453313" cy="5545241"/>
            <a:chOff x="146" y="64"/>
            <a:chExt cx="4695" cy="4072"/>
          </a:xfrm>
          <a:solidFill>
            <a:schemeClr val="accent1"/>
          </a:solidFill>
        </p:grpSpPr>
        <p:sp>
          <p:nvSpPr>
            <p:cNvPr id="51" name="Freeform 228"/>
            <p:cNvSpPr>
              <a:spLocks noEditPoints="1"/>
            </p:cNvSpPr>
            <p:nvPr/>
          </p:nvSpPr>
          <p:spPr bwMode="auto">
            <a:xfrm>
              <a:off x="305" y="273"/>
              <a:ext cx="4536" cy="3863"/>
            </a:xfrm>
            <a:custGeom>
              <a:avLst/>
              <a:gdLst>
                <a:gd name="T0" fmla="*/ 3006 w 3372"/>
                <a:gd name="T1" fmla="*/ 2410 h 2414"/>
                <a:gd name="T2" fmla="*/ 3181 w 3372"/>
                <a:gd name="T3" fmla="*/ 2380 h 2414"/>
                <a:gd name="T4" fmla="*/ 3331 w 3372"/>
                <a:gd name="T5" fmla="*/ 2281 h 2414"/>
                <a:gd name="T6" fmla="*/ 3367 w 3372"/>
                <a:gd name="T7" fmla="*/ 2113 h 2414"/>
                <a:gd name="T8" fmla="*/ 3289 w 3372"/>
                <a:gd name="T9" fmla="*/ 1979 h 2414"/>
                <a:gd name="T10" fmla="*/ 3157 w 3372"/>
                <a:gd name="T11" fmla="*/ 1887 h 2414"/>
                <a:gd name="T12" fmla="*/ 3016 w 3372"/>
                <a:gd name="T13" fmla="*/ 1831 h 2414"/>
                <a:gd name="T14" fmla="*/ 2864 w 3372"/>
                <a:gd name="T15" fmla="*/ 1818 h 2414"/>
                <a:gd name="T16" fmla="*/ 2632 w 3372"/>
                <a:gd name="T17" fmla="*/ 1804 h 2414"/>
                <a:gd name="T18" fmla="*/ 2472 w 3372"/>
                <a:gd name="T19" fmla="*/ 1779 h 2414"/>
                <a:gd name="T20" fmla="*/ 2391 w 3372"/>
                <a:gd name="T21" fmla="*/ 1757 h 2414"/>
                <a:gd name="T22" fmla="*/ 2162 w 3372"/>
                <a:gd name="T23" fmla="*/ 1706 h 2414"/>
                <a:gd name="T24" fmla="*/ 2043 w 3372"/>
                <a:gd name="T25" fmla="*/ 1684 h 2414"/>
                <a:gd name="T26" fmla="*/ 1784 w 3372"/>
                <a:gd name="T27" fmla="*/ 1582 h 2414"/>
                <a:gd name="T28" fmla="*/ 1590 w 3372"/>
                <a:gd name="T29" fmla="*/ 1481 h 2414"/>
                <a:gd name="T30" fmla="*/ 1493 w 3372"/>
                <a:gd name="T31" fmla="*/ 1404 h 2414"/>
                <a:gd name="T32" fmla="*/ 1357 w 3372"/>
                <a:gd name="T33" fmla="*/ 1284 h 2414"/>
                <a:gd name="T34" fmla="*/ 1010 w 3372"/>
                <a:gd name="T35" fmla="*/ 910 h 2414"/>
                <a:gd name="T36" fmla="*/ 756 w 3372"/>
                <a:gd name="T37" fmla="*/ 606 h 2414"/>
                <a:gd name="T38" fmla="*/ 659 w 3372"/>
                <a:gd name="T39" fmla="*/ 506 h 2414"/>
                <a:gd name="T40" fmla="*/ 547 w 3372"/>
                <a:gd name="T41" fmla="*/ 406 h 2414"/>
                <a:gd name="T42" fmla="*/ 464 w 3372"/>
                <a:gd name="T43" fmla="*/ 308 h 2414"/>
                <a:gd name="T44" fmla="*/ 396 w 3372"/>
                <a:gd name="T45" fmla="*/ 239 h 2414"/>
                <a:gd name="T46" fmla="*/ 354 w 3372"/>
                <a:gd name="T47" fmla="*/ 213 h 2414"/>
                <a:gd name="T48" fmla="*/ 302 w 3372"/>
                <a:gd name="T49" fmla="*/ 141 h 2414"/>
                <a:gd name="T50" fmla="*/ 314 w 3372"/>
                <a:gd name="T51" fmla="*/ 168 h 2414"/>
                <a:gd name="T52" fmla="*/ 355 w 3372"/>
                <a:gd name="T53" fmla="*/ 248 h 2414"/>
                <a:gd name="T54" fmla="*/ 273 w 3372"/>
                <a:gd name="T55" fmla="*/ 162 h 2414"/>
                <a:gd name="T56" fmla="*/ 339 w 3372"/>
                <a:gd name="T57" fmla="*/ 282 h 2414"/>
                <a:gd name="T58" fmla="*/ 372 w 3372"/>
                <a:gd name="T59" fmla="*/ 355 h 2414"/>
                <a:gd name="T60" fmla="*/ 329 w 3372"/>
                <a:gd name="T61" fmla="*/ 329 h 2414"/>
                <a:gd name="T62" fmla="*/ 266 w 3372"/>
                <a:gd name="T63" fmla="*/ 245 h 2414"/>
                <a:gd name="T64" fmla="*/ 358 w 3372"/>
                <a:gd name="T65" fmla="*/ 466 h 2414"/>
                <a:gd name="T66" fmla="*/ 229 w 3372"/>
                <a:gd name="T67" fmla="*/ 321 h 2414"/>
                <a:gd name="T68" fmla="*/ 156 w 3372"/>
                <a:gd name="T69" fmla="*/ 292 h 2414"/>
                <a:gd name="T70" fmla="*/ 78 w 3372"/>
                <a:gd name="T71" fmla="*/ 167 h 2414"/>
                <a:gd name="T72" fmla="*/ 171 w 3372"/>
                <a:gd name="T73" fmla="*/ 412 h 2414"/>
                <a:gd name="T74" fmla="*/ 212 w 3372"/>
                <a:gd name="T75" fmla="*/ 477 h 2414"/>
                <a:gd name="T76" fmla="*/ 293 w 3372"/>
                <a:gd name="T77" fmla="*/ 616 h 2414"/>
                <a:gd name="T78" fmla="*/ 392 w 3372"/>
                <a:gd name="T79" fmla="*/ 768 h 2414"/>
                <a:gd name="T80" fmla="*/ 502 w 3372"/>
                <a:gd name="T81" fmla="*/ 941 h 2414"/>
                <a:gd name="T82" fmla="*/ 904 w 3372"/>
                <a:gd name="T83" fmla="*/ 1414 h 2414"/>
                <a:gd name="T84" fmla="*/ 1074 w 3372"/>
                <a:gd name="T85" fmla="*/ 1601 h 2414"/>
                <a:gd name="T86" fmla="*/ 1210 w 3372"/>
                <a:gd name="T87" fmla="*/ 1727 h 2414"/>
                <a:gd name="T88" fmla="*/ 1372 w 3372"/>
                <a:gd name="T89" fmla="*/ 1844 h 2414"/>
                <a:gd name="T90" fmla="*/ 1740 w 3372"/>
                <a:gd name="T91" fmla="*/ 2044 h 2414"/>
                <a:gd name="T92" fmla="*/ 1977 w 3372"/>
                <a:gd name="T93" fmla="*/ 2132 h 2414"/>
                <a:gd name="T94" fmla="*/ 2196 w 3372"/>
                <a:gd name="T95" fmla="*/ 2190 h 2414"/>
                <a:gd name="T96" fmla="*/ 2544 w 3372"/>
                <a:gd name="T97" fmla="*/ 2285 h 2414"/>
                <a:gd name="T98" fmla="*/ 2779 w 3372"/>
                <a:gd name="T99" fmla="*/ 2371 h 2414"/>
                <a:gd name="T100" fmla="*/ 412 w 3372"/>
                <a:gd name="T101" fmla="*/ 297 h 2414"/>
                <a:gd name="T102" fmla="*/ 370 w 3372"/>
                <a:gd name="T103" fmla="*/ 262 h 2414"/>
                <a:gd name="T104" fmla="*/ 416 w 3372"/>
                <a:gd name="T105" fmla="*/ 290 h 24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</a:cxnLst>
              <a:rect l="0" t="0" r="r" b="b"/>
              <a:pathLst>
                <a:path w="3372" h="2414">
                  <a:moveTo>
                    <a:pt x="2856" y="2402"/>
                  </a:moveTo>
                  <a:cubicBezTo>
                    <a:pt x="2865" y="2403"/>
                    <a:pt x="2875" y="2400"/>
                    <a:pt x="2884" y="2401"/>
                  </a:cubicBezTo>
                  <a:cubicBezTo>
                    <a:pt x="2906" y="2404"/>
                    <a:pt x="2924" y="2413"/>
                    <a:pt x="2947" y="2413"/>
                  </a:cubicBezTo>
                  <a:cubicBezTo>
                    <a:pt x="2966" y="2414"/>
                    <a:pt x="2985" y="2409"/>
                    <a:pt x="3006" y="2410"/>
                  </a:cubicBezTo>
                  <a:cubicBezTo>
                    <a:pt x="3021" y="2410"/>
                    <a:pt x="3026" y="2409"/>
                    <a:pt x="3036" y="2408"/>
                  </a:cubicBezTo>
                  <a:cubicBezTo>
                    <a:pt x="3066" y="2407"/>
                    <a:pt x="3090" y="2412"/>
                    <a:pt x="3104" y="2399"/>
                  </a:cubicBezTo>
                  <a:cubicBezTo>
                    <a:pt x="3126" y="2391"/>
                    <a:pt x="3152" y="2388"/>
                    <a:pt x="3171" y="2381"/>
                  </a:cubicBezTo>
                  <a:cubicBezTo>
                    <a:pt x="3174" y="2379"/>
                    <a:pt x="3180" y="2381"/>
                    <a:pt x="3181" y="2380"/>
                  </a:cubicBezTo>
                  <a:cubicBezTo>
                    <a:pt x="3205" y="2371"/>
                    <a:pt x="3225" y="2357"/>
                    <a:pt x="3245" y="2344"/>
                  </a:cubicBezTo>
                  <a:cubicBezTo>
                    <a:pt x="3255" y="2338"/>
                    <a:pt x="3265" y="2331"/>
                    <a:pt x="3277" y="2326"/>
                  </a:cubicBezTo>
                  <a:cubicBezTo>
                    <a:pt x="3288" y="2320"/>
                    <a:pt x="3300" y="2315"/>
                    <a:pt x="3313" y="2312"/>
                  </a:cubicBezTo>
                  <a:cubicBezTo>
                    <a:pt x="3318" y="2303"/>
                    <a:pt x="3322" y="2291"/>
                    <a:pt x="3331" y="2281"/>
                  </a:cubicBezTo>
                  <a:cubicBezTo>
                    <a:pt x="3335" y="2276"/>
                    <a:pt x="3345" y="2274"/>
                    <a:pt x="3348" y="2269"/>
                  </a:cubicBezTo>
                  <a:cubicBezTo>
                    <a:pt x="3359" y="2252"/>
                    <a:pt x="3350" y="2228"/>
                    <a:pt x="3370" y="2216"/>
                  </a:cubicBezTo>
                  <a:cubicBezTo>
                    <a:pt x="3372" y="2211"/>
                    <a:pt x="3368" y="2210"/>
                    <a:pt x="3367" y="2207"/>
                  </a:cubicBezTo>
                  <a:cubicBezTo>
                    <a:pt x="3369" y="2171"/>
                    <a:pt x="3362" y="2141"/>
                    <a:pt x="3367" y="2113"/>
                  </a:cubicBezTo>
                  <a:cubicBezTo>
                    <a:pt x="3355" y="2096"/>
                    <a:pt x="3359" y="2077"/>
                    <a:pt x="3349" y="2061"/>
                  </a:cubicBezTo>
                  <a:cubicBezTo>
                    <a:pt x="3343" y="2051"/>
                    <a:pt x="3332" y="2042"/>
                    <a:pt x="3325" y="2032"/>
                  </a:cubicBezTo>
                  <a:cubicBezTo>
                    <a:pt x="3316" y="2021"/>
                    <a:pt x="3307" y="2013"/>
                    <a:pt x="3301" y="2002"/>
                  </a:cubicBezTo>
                  <a:cubicBezTo>
                    <a:pt x="3301" y="1991"/>
                    <a:pt x="3290" y="1988"/>
                    <a:pt x="3289" y="1979"/>
                  </a:cubicBezTo>
                  <a:cubicBezTo>
                    <a:pt x="3282" y="1976"/>
                    <a:pt x="3276" y="1971"/>
                    <a:pt x="3271" y="1967"/>
                  </a:cubicBezTo>
                  <a:cubicBezTo>
                    <a:pt x="3265" y="1963"/>
                    <a:pt x="3259" y="1958"/>
                    <a:pt x="3253" y="1955"/>
                  </a:cubicBezTo>
                  <a:cubicBezTo>
                    <a:pt x="3252" y="1951"/>
                    <a:pt x="3249" y="1948"/>
                    <a:pt x="3249" y="1944"/>
                  </a:cubicBezTo>
                  <a:cubicBezTo>
                    <a:pt x="3221" y="1923"/>
                    <a:pt x="3195" y="1898"/>
                    <a:pt x="3157" y="1887"/>
                  </a:cubicBezTo>
                  <a:cubicBezTo>
                    <a:pt x="3153" y="1886"/>
                    <a:pt x="3146" y="1884"/>
                    <a:pt x="3142" y="1884"/>
                  </a:cubicBezTo>
                  <a:cubicBezTo>
                    <a:pt x="3113" y="1881"/>
                    <a:pt x="3069" y="1871"/>
                    <a:pt x="3056" y="1855"/>
                  </a:cubicBezTo>
                  <a:cubicBezTo>
                    <a:pt x="3051" y="1853"/>
                    <a:pt x="3050" y="1856"/>
                    <a:pt x="3045" y="1854"/>
                  </a:cubicBezTo>
                  <a:cubicBezTo>
                    <a:pt x="3043" y="1847"/>
                    <a:pt x="3029" y="1832"/>
                    <a:pt x="3016" y="1831"/>
                  </a:cubicBezTo>
                  <a:cubicBezTo>
                    <a:pt x="3011" y="1830"/>
                    <a:pt x="3002" y="1838"/>
                    <a:pt x="2992" y="1838"/>
                  </a:cubicBezTo>
                  <a:cubicBezTo>
                    <a:pt x="2976" y="1838"/>
                    <a:pt x="2964" y="1823"/>
                    <a:pt x="2950" y="1823"/>
                  </a:cubicBezTo>
                  <a:cubicBezTo>
                    <a:pt x="2944" y="1823"/>
                    <a:pt x="2936" y="1830"/>
                    <a:pt x="2929" y="1831"/>
                  </a:cubicBezTo>
                  <a:cubicBezTo>
                    <a:pt x="2911" y="1833"/>
                    <a:pt x="2877" y="1823"/>
                    <a:pt x="2864" y="1818"/>
                  </a:cubicBezTo>
                  <a:cubicBezTo>
                    <a:pt x="2853" y="1813"/>
                    <a:pt x="2850" y="1806"/>
                    <a:pt x="2841" y="1805"/>
                  </a:cubicBezTo>
                  <a:cubicBezTo>
                    <a:pt x="2833" y="1805"/>
                    <a:pt x="2826" y="1812"/>
                    <a:pt x="2825" y="1823"/>
                  </a:cubicBezTo>
                  <a:cubicBezTo>
                    <a:pt x="2798" y="1842"/>
                    <a:pt x="2744" y="1812"/>
                    <a:pt x="2707" y="1816"/>
                  </a:cubicBezTo>
                  <a:cubicBezTo>
                    <a:pt x="2683" y="1802"/>
                    <a:pt x="2656" y="1811"/>
                    <a:pt x="2632" y="1804"/>
                  </a:cubicBezTo>
                  <a:cubicBezTo>
                    <a:pt x="2627" y="1802"/>
                    <a:pt x="2622" y="1798"/>
                    <a:pt x="2617" y="1797"/>
                  </a:cubicBezTo>
                  <a:cubicBezTo>
                    <a:pt x="2608" y="1795"/>
                    <a:pt x="2596" y="1797"/>
                    <a:pt x="2585" y="1797"/>
                  </a:cubicBezTo>
                  <a:cubicBezTo>
                    <a:pt x="2566" y="1796"/>
                    <a:pt x="2549" y="1791"/>
                    <a:pt x="2533" y="1792"/>
                  </a:cubicBezTo>
                  <a:cubicBezTo>
                    <a:pt x="2513" y="1772"/>
                    <a:pt x="2492" y="1784"/>
                    <a:pt x="2472" y="1779"/>
                  </a:cubicBezTo>
                  <a:cubicBezTo>
                    <a:pt x="2465" y="1777"/>
                    <a:pt x="2458" y="1771"/>
                    <a:pt x="2450" y="1769"/>
                  </a:cubicBezTo>
                  <a:cubicBezTo>
                    <a:pt x="2443" y="1768"/>
                    <a:pt x="2435" y="1770"/>
                    <a:pt x="2428" y="1768"/>
                  </a:cubicBezTo>
                  <a:cubicBezTo>
                    <a:pt x="2420" y="1766"/>
                    <a:pt x="2413" y="1760"/>
                    <a:pt x="2406" y="1758"/>
                  </a:cubicBezTo>
                  <a:cubicBezTo>
                    <a:pt x="2400" y="1757"/>
                    <a:pt x="2396" y="1759"/>
                    <a:pt x="2391" y="1757"/>
                  </a:cubicBezTo>
                  <a:cubicBezTo>
                    <a:pt x="2385" y="1755"/>
                    <a:pt x="2382" y="1751"/>
                    <a:pt x="2376" y="1750"/>
                  </a:cubicBezTo>
                  <a:cubicBezTo>
                    <a:pt x="2369" y="1749"/>
                    <a:pt x="2362" y="1753"/>
                    <a:pt x="2355" y="1752"/>
                  </a:cubicBezTo>
                  <a:cubicBezTo>
                    <a:pt x="2331" y="1749"/>
                    <a:pt x="2306" y="1737"/>
                    <a:pt x="2282" y="1742"/>
                  </a:cubicBezTo>
                  <a:cubicBezTo>
                    <a:pt x="2244" y="1723"/>
                    <a:pt x="2206" y="1728"/>
                    <a:pt x="2162" y="1706"/>
                  </a:cubicBezTo>
                  <a:cubicBezTo>
                    <a:pt x="2150" y="1705"/>
                    <a:pt x="2141" y="1705"/>
                    <a:pt x="2129" y="1699"/>
                  </a:cubicBezTo>
                  <a:cubicBezTo>
                    <a:pt x="2127" y="1699"/>
                    <a:pt x="2126" y="1702"/>
                    <a:pt x="2122" y="1701"/>
                  </a:cubicBezTo>
                  <a:cubicBezTo>
                    <a:pt x="2099" y="1690"/>
                    <a:pt x="2071" y="1694"/>
                    <a:pt x="2048" y="1681"/>
                  </a:cubicBezTo>
                  <a:cubicBezTo>
                    <a:pt x="2047" y="1682"/>
                    <a:pt x="2045" y="1683"/>
                    <a:pt x="2043" y="1684"/>
                  </a:cubicBezTo>
                  <a:cubicBezTo>
                    <a:pt x="2012" y="1667"/>
                    <a:pt x="1972" y="1652"/>
                    <a:pt x="1944" y="1650"/>
                  </a:cubicBezTo>
                  <a:cubicBezTo>
                    <a:pt x="1927" y="1636"/>
                    <a:pt x="1902" y="1635"/>
                    <a:pt x="1878" y="1626"/>
                  </a:cubicBezTo>
                  <a:cubicBezTo>
                    <a:pt x="1867" y="1621"/>
                    <a:pt x="1858" y="1613"/>
                    <a:pt x="1847" y="1610"/>
                  </a:cubicBezTo>
                  <a:cubicBezTo>
                    <a:pt x="1826" y="1604"/>
                    <a:pt x="1803" y="1589"/>
                    <a:pt x="1784" y="1582"/>
                  </a:cubicBezTo>
                  <a:cubicBezTo>
                    <a:pt x="1778" y="1580"/>
                    <a:pt x="1771" y="1580"/>
                    <a:pt x="1765" y="1578"/>
                  </a:cubicBezTo>
                  <a:cubicBezTo>
                    <a:pt x="1755" y="1575"/>
                    <a:pt x="1747" y="1566"/>
                    <a:pt x="1736" y="1562"/>
                  </a:cubicBezTo>
                  <a:cubicBezTo>
                    <a:pt x="1694" y="1549"/>
                    <a:pt x="1654" y="1518"/>
                    <a:pt x="1622" y="1496"/>
                  </a:cubicBezTo>
                  <a:cubicBezTo>
                    <a:pt x="1612" y="1489"/>
                    <a:pt x="1601" y="1487"/>
                    <a:pt x="1590" y="1481"/>
                  </a:cubicBezTo>
                  <a:cubicBezTo>
                    <a:pt x="1570" y="1470"/>
                    <a:pt x="1557" y="1450"/>
                    <a:pt x="1538" y="1438"/>
                  </a:cubicBezTo>
                  <a:cubicBezTo>
                    <a:pt x="1534" y="1435"/>
                    <a:pt x="1527" y="1433"/>
                    <a:pt x="1523" y="1431"/>
                  </a:cubicBezTo>
                  <a:cubicBezTo>
                    <a:pt x="1517" y="1427"/>
                    <a:pt x="1513" y="1422"/>
                    <a:pt x="1508" y="1418"/>
                  </a:cubicBezTo>
                  <a:cubicBezTo>
                    <a:pt x="1503" y="1413"/>
                    <a:pt x="1499" y="1408"/>
                    <a:pt x="1493" y="1404"/>
                  </a:cubicBezTo>
                  <a:cubicBezTo>
                    <a:pt x="1487" y="1398"/>
                    <a:pt x="1480" y="1393"/>
                    <a:pt x="1473" y="1388"/>
                  </a:cubicBezTo>
                  <a:cubicBezTo>
                    <a:pt x="1466" y="1382"/>
                    <a:pt x="1459" y="1377"/>
                    <a:pt x="1452" y="1372"/>
                  </a:cubicBezTo>
                  <a:cubicBezTo>
                    <a:pt x="1439" y="1361"/>
                    <a:pt x="1426" y="1348"/>
                    <a:pt x="1416" y="1334"/>
                  </a:cubicBezTo>
                  <a:cubicBezTo>
                    <a:pt x="1397" y="1322"/>
                    <a:pt x="1377" y="1304"/>
                    <a:pt x="1357" y="1284"/>
                  </a:cubicBezTo>
                  <a:cubicBezTo>
                    <a:pt x="1338" y="1264"/>
                    <a:pt x="1318" y="1242"/>
                    <a:pt x="1300" y="1222"/>
                  </a:cubicBezTo>
                  <a:cubicBezTo>
                    <a:pt x="1286" y="1219"/>
                    <a:pt x="1283" y="1206"/>
                    <a:pt x="1275" y="1197"/>
                  </a:cubicBezTo>
                  <a:cubicBezTo>
                    <a:pt x="1247" y="1171"/>
                    <a:pt x="1208" y="1139"/>
                    <a:pt x="1186" y="1103"/>
                  </a:cubicBezTo>
                  <a:cubicBezTo>
                    <a:pt x="1125" y="1043"/>
                    <a:pt x="1067" y="977"/>
                    <a:pt x="1010" y="910"/>
                  </a:cubicBezTo>
                  <a:cubicBezTo>
                    <a:pt x="954" y="844"/>
                    <a:pt x="898" y="777"/>
                    <a:pt x="840" y="714"/>
                  </a:cubicBezTo>
                  <a:cubicBezTo>
                    <a:pt x="836" y="700"/>
                    <a:pt x="821" y="686"/>
                    <a:pt x="810" y="679"/>
                  </a:cubicBezTo>
                  <a:cubicBezTo>
                    <a:pt x="812" y="675"/>
                    <a:pt x="807" y="669"/>
                    <a:pt x="804" y="663"/>
                  </a:cubicBezTo>
                  <a:cubicBezTo>
                    <a:pt x="784" y="652"/>
                    <a:pt x="774" y="626"/>
                    <a:pt x="756" y="606"/>
                  </a:cubicBezTo>
                  <a:cubicBezTo>
                    <a:pt x="744" y="606"/>
                    <a:pt x="740" y="589"/>
                    <a:pt x="728" y="585"/>
                  </a:cubicBezTo>
                  <a:cubicBezTo>
                    <a:pt x="730" y="578"/>
                    <a:pt x="735" y="587"/>
                    <a:pt x="733" y="579"/>
                  </a:cubicBezTo>
                  <a:cubicBezTo>
                    <a:pt x="709" y="575"/>
                    <a:pt x="681" y="523"/>
                    <a:pt x="661" y="505"/>
                  </a:cubicBezTo>
                  <a:cubicBezTo>
                    <a:pt x="662" y="506"/>
                    <a:pt x="661" y="508"/>
                    <a:pt x="659" y="506"/>
                  </a:cubicBezTo>
                  <a:cubicBezTo>
                    <a:pt x="659" y="499"/>
                    <a:pt x="650" y="501"/>
                    <a:pt x="646" y="495"/>
                  </a:cubicBezTo>
                  <a:cubicBezTo>
                    <a:pt x="616" y="457"/>
                    <a:pt x="583" y="439"/>
                    <a:pt x="555" y="409"/>
                  </a:cubicBezTo>
                  <a:cubicBezTo>
                    <a:pt x="554" y="404"/>
                    <a:pt x="552" y="389"/>
                    <a:pt x="544" y="388"/>
                  </a:cubicBezTo>
                  <a:cubicBezTo>
                    <a:pt x="548" y="395"/>
                    <a:pt x="553" y="402"/>
                    <a:pt x="547" y="406"/>
                  </a:cubicBezTo>
                  <a:cubicBezTo>
                    <a:pt x="542" y="394"/>
                    <a:pt x="531" y="383"/>
                    <a:pt x="521" y="379"/>
                  </a:cubicBezTo>
                  <a:cubicBezTo>
                    <a:pt x="512" y="367"/>
                    <a:pt x="511" y="359"/>
                    <a:pt x="499" y="350"/>
                  </a:cubicBezTo>
                  <a:cubicBezTo>
                    <a:pt x="498" y="348"/>
                    <a:pt x="495" y="357"/>
                    <a:pt x="491" y="351"/>
                  </a:cubicBezTo>
                  <a:cubicBezTo>
                    <a:pt x="483" y="331"/>
                    <a:pt x="472" y="326"/>
                    <a:pt x="464" y="308"/>
                  </a:cubicBezTo>
                  <a:cubicBezTo>
                    <a:pt x="456" y="307"/>
                    <a:pt x="442" y="290"/>
                    <a:pt x="442" y="282"/>
                  </a:cubicBezTo>
                  <a:cubicBezTo>
                    <a:pt x="436" y="278"/>
                    <a:pt x="441" y="291"/>
                    <a:pt x="436" y="287"/>
                  </a:cubicBezTo>
                  <a:cubicBezTo>
                    <a:pt x="425" y="274"/>
                    <a:pt x="415" y="262"/>
                    <a:pt x="410" y="246"/>
                  </a:cubicBezTo>
                  <a:cubicBezTo>
                    <a:pt x="406" y="244"/>
                    <a:pt x="401" y="244"/>
                    <a:pt x="396" y="239"/>
                  </a:cubicBezTo>
                  <a:cubicBezTo>
                    <a:pt x="394" y="236"/>
                    <a:pt x="403" y="237"/>
                    <a:pt x="398" y="232"/>
                  </a:cubicBezTo>
                  <a:cubicBezTo>
                    <a:pt x="391" y="229"/>
                    <a:pt x="394" y="240"/>
                    <a:pt x="389" y="241"/>
                  </a:cubicBezTo>
                  <a:cubicBezTo>
                    <a:pt x="383" y="235"/>
                    <a:pt x="381" y="238"/>
                    <a:pt x="375" y="237"/>
                  </a:cubicBezTo>
                  <a:cubicBezTo>
                    <a:pt x="372" y="224"/>
                    <a:pt x="361" y="221"/>
                    <a:pt x="354" y="213"/>
                  </a:cubicBezTo>
                  <a:cubicBezTo>
                    <a:pt x="346" y="205"/>
                    <a:pt x="342" y="193"/>
                    <a:pt x="334" y="184"/>
                  </a:cubicBezTo>
                  <a:cubicBezTo>
                    <a:pt x="328" y="177"/>
                    <a:pt x="322" y="176"/>
                    <a:pt x="317" y="167"/>
                  </a:cubicBezTo>
                  <a:cubicBezTo>
                    <a:pt x="313" y="159"/>
                    <a:pt x="314" y="150"/>
                    <a:pt x="309" y="142"/>
                  </a:cubicBezTo>
                  <a:cubicBezTo>
                    <a:pt x="306" y="138"/>
                    <a:pt x="306" y="148"/>
                    <a:pt x="302" y="141"/>
                  </a:cubicBezTo>
                  <a:cubicBezTo>
                    <a:pt x="285" y="113"/>
                    <a:pt x="268" y="84"/>
                    <a:pt x="250" y="65"/>
                  </a:cubicBezTo>
                  <a:cubicBezTo>
                    <a:pt x="276" y="95"/>
                    <a:pt x="278" y="125"/>
                    <a:pt x="303" y="149"/>
                  </a:cubicBezTo>
                  <a:cubicBezTo>
                    <a:pt x="300" y="157"/>
                    <a:pt x="314" y="160"/>
                    <a:pt x="308" y="169"/>
                  </a:cubicBezTo>
                  <a:cubicBezTo>
                    <a:pt x="313" y="169"/>
                    <a:pt x="311" y="161"/>
                    <a:pt x="314" y="168"/>
                  </a:cubicBezTo>
                  <a:cubicBezTo>
                    <a:pt x="315" y="170"/>
                    <a:pt x="314" y="172"/>
                    <a:pt x="317" y="175"/>
                  </a:cubicBezTo>
                  <a:cubicBezTo>
                    <a:pt x="308" y="175"/>
                    <a:pt x="311" y="181"/>
                    <a:pt x="308" y="186"/>
                  </a:cubicBezTo>
                  <a:cubicBezTo>
                    <a:pt x="322" y="210"/>
                    <a:pt x="336" y="228"/>
                    <a:pt x="349" y="249"/>
                  </a:cubicBezTo>
                  <a:cubicBezTo>
                    <a:pt x="353" y="252"/>
                    <a:pt x="351" y="244"/>
                    <a:pt x="355" y="248"/>
                  </a:cubicBezTo>
                  <a:cubicBezTo>
                    <a:pt x="361" y="255"/>
                    <a:pt x="363" y="262"/>
                    <a:pt x="371" y="270"/>
                  </a:cubicBezTo>
                  <a:cubicBezTo>
                    <a:pt x="368" y="276"/>
                    <a:pt x="369" y="284"/>
                    <a:pt x="361" y="284"/>
                  </a:cubicBezTo>
                  <a:cubicBezTo>
                    <a:pt x="344" y="256"/>
                    <a:pt x="311" y="222"/>
                    <a:pt x="291" y="188"/>
                  </a:cubicBezTo>
                  <a:cubicBezTo>
                    <a:pt x="285" y="178"/>
                    <a:pt x="284" y="164"/>
                    <a:pt x="273" y="162"/>
                  </a:cubicBezTo>
                  <a:cubicBezTo>
                    <a:pt x="284" y="177"/>
                    <a:pt x="282" y="194"/>
                    <a:pt x="289" y="208"/>
                  </a:cubicBezTo>
                  <a:cubicBezTo>
                    <a:pt x="297" y="226"/>
                    <a:pt x="316" y="240"/>
                    <a:pt x="324" y="258"/>
                  </a:cubicBezTo>
                  <a:cubicBezTo>
                    <a:pt x="327" y="263"/>
                    <a:pt x="326" y="267"/>
                    <a:pt x="328" y="271"/>
                  </a:cubicBezTo>
                  <a:cubicBezTo>
                    <a:pt x="330" y="274"/>
                    <a:pt x="337" y="278"/>
                    <a:pt x="339" y="282"/>
                  </a:cubicBezTo>
                  <a:cubicBezTo>
                    <a:pt x="342" y="286"/>
                    <a:pt x="339" y="288"/>
                    <a:pt x="342" y="291"/>
                  </a:cubicBezTo>
                  <a:cubicBezTo>
                    <a:pt x="347" y="298"/>
                    <a:pt x="354" y="301"/>
                    <a:pt x="359" y="309"/>
                  </a:cubicBezTo>
                  <a:cubicBezTo>
                    <a:pt x="367" y="322"/>
                    <a:pt x="370" y="338"/>
                    <a:pt x="381" y="352"/>
                  </a:cubicBezTo>
                  <a:cubicBezTo>
                    <a:pt x="381" y="356"/>
                    <a:pt x="375" y="358"/>
                    <a:pt x="372" y="355"/>
                  </a:cubicBezTo>
                  <a:cubicBezTo>
                    <a:pt x="361" y="338"/>
                    <a:pt x="359" y="335"/>
                    <a:pt x="347" y="318"/>
                  </a:cubicBezTo>
                  <a:cubicBezTo>
                    <a:pt x="348" y="320"/>
                    <a:pt x="348" y="322"/>
                    <a:pt x="345" y="323"/>
                  </a:cubicBezTo>
                  <a:cubicBezTo>
                    <a:pt x="342" y="317"/>
                    <a:pt x="343" y="315"/>
                    <a:pt x="338" y="313"/>
                  </a:cubicBezTo>
                  <a:cubicBezTo>
                    <a:pt x="346" y="326"/>
                    <a:pt x="336" y="330"/>
                    <a:pt x="329" y="329"/>
                  </a:cubicBezTo>
                  <a:cubicBezTo>
                    <a:pt x="310" y="295"/>
                    <a:pt x="281" y="257"/>
                    <a:pt x="269" y="227"/>
                  </a:cubicBezTo>
                  <a:cubicBezTo>
                    <a:pt x="265" y="225"/>
                    <a:pt x="260" y="225"/>
                    <a:pt x="256" y="221"/>
                  </a:cubicBezTo>
                  <a:cubicBezTo>
                    <a:pt x="235" y="191"/>
                    <a:pt x="219" y="154"/>
                    <a:pt x="199" y="121"/>
                  </a:cubicBezTo>
                  <a:cubicBezTo>
                    <a:pt x="211" y="164"/>
                    <a:pt x="238" y="203"/>
                    <a:pt x="266" y="245"/>
                  </a:cubicBezTo>
                  <a:cubicBezTo>
                    <a:pt x="266" y="248"/>
                    <a:pt x="262" y="248"/>
                    <a:pt x="265" y="252"/>
                  </a:cubicBezTo>
                  <a:cubicBezTo>
                    <a:pt x="279" y="269"/>
                    <a:pt x="291" y="291"/>
                    <a:pt x="301" y="305"/>
                  </a:cubicBezTo>
                  <a:cubicBezTo>
                    <a:pt x="300" y="315"/>
                    <a:pt x="298" y="324"/>
                    <a:pt x="297" y="334"/>
                  </a:cubicBezTo>
                  <a:cubicBezTo>
                    <a:pt x="329" y="377"/>
                    <a:pt x="329" y="423"/>
                    <a:pt x="358" y="466"/>
                  </a:cubicBezTo>
                  <a:cubicBezTo>
                    <a:pt x="354" y="469"/>
                    <a:pt x="356" y="473"/>
                    <a:pt x="354" y="476"/>
                  </a:cubicBezTo>
                  <a:cubicBezTo>
                    <a:pt x="349" y="474"/>
                    <a:pt x="343" y="475"/>
                    <a:pt x="338" y="472"/>
                  </a:cubicBezTo>
                  <a:cubicBezTo>
                    <a:pt x="333" y="465"/>
                    <a:pt x="326" y="459"/>
                    <a:pt x="325" y="451"/>
                  </a:cubicBezTo>
                  <a:cubicBezTo>
                    <a:pt x="290" y="422"/>
                    <a:pt x="264" y="365"/>
                    <a:pt x="229" y="321"/>
                  </a:cubicBezTo>
                  <a:cubicBezTo>
                    <a:pt x="220" y="319"/>
                    <a:pt x="218" y="326"/>
                    <a:pt x="215" y="334"/>
                  </a:cubicBezTo>
                  <a:cubicBezTo>
                    <a:pt x="225" y="359"/>
                    <a:pt x="246" y="374"/>
                    <a:pt x="254" y="403"/>
                  </a:cubicBezTo>
                  <a:cubicBezTo>
                    <a:pt x="245" y="420"/>
                    <a:pt x="229" y="418"/>
                    <a:pt x="217" y="399"/>
                  </a:cubicBezTo>
                  <a:cubicBezTo>
                    <a:pt x="196" y="370"/>
                    <a:pt x="165" y="314"/>
                    <a:pt x="156" y="292"/>
                  </a:cubicBezTo>
                  <a:cubicBezTo>
                    <a:pt x="125" y="248"/>
                    <a:pt x="98" y="201"/>
                    <a:pt x="73" y="152"/>
                  </a:cubicBezTo>
                  <a:cubicBezTo>
                    <a:pt x="48" y="103"/>
                    <a:pt x="25" y="52"/>
                    <a:pt x="0" y="0"/>
                  </a:cubicBezTo>
                  <a:cubicBezTo>
                    <a:pt x="20" y="61"/>
                    <a:pt x="52" y="110"/>
                    <a:pt x="71" y="163"/>
                  </a:cubicBezTo>
                  <a:cubicBezTo>
                    <a:pt x="74" y="162"/>
                    <a:pt x="76" y="163"/>
                    <a:pt x="78" y="167"/>
                  </a:cubicBezTo>
                  <a:cubicBezTo>
                    <a:pt x="100" y="217"/>
                    <a:pt x="129" y="270"/>
                    <a:pt x="158" y="309"/>
                  </a:cubicBezTo>
                  <a:cubicBezTo>
                    <a:pt x="159" y="331"/>
                    <a:pt x="189" y="358"/>
                    <a:pt x="190" y="381"/>
                  </a:cubicBezTo>
                  <a:cubicBezTo>
                    <a:pt x="174" y="385"/>
                    <a:pt x="159" y="375"/>
                    <a:pt x="145" y="359"/>
                  </a:cubicBezTo>
                  <a:cubicBezTo>
                    <a:pt x="156" y="377"/>
                    <a:pt x="162" y="396"/>
                    <a:pt x="171" y="412"/>
                  </a:cubicBezTo>
                  <a:cubicBezTo>
                    <a:pt x="178" y="425"/>
                    <a:pt x="195" y="444"/>
                    <a:pt x="196" y="452"/>
                  </a:cubicBezTo>
                  <a:cubicBezTo>
                    <a:pt x="196" y="454"/>
                    <a:pt x="192" y="453"/>
                    <a:pt x="193" y="456"/>
                  </a:cubicBezTo>
                  <a:cubicBezTo>
                    <a:pt x="190" y="451"/>
                    <a:pt x="200" y="464"/>
                    <a:pt x="201" y="465"/>
                  </a:cubicBezTo>
                  <a:cubicBezTo>
                    <a:pt x="207" y="471"/>
                    <a:pt x="207" y="469"/>
                    <a:pt x="212" y="477"/>
                  </a:cubicBezTo>
                  <a:cubicBezTo>
                    <a:pt x="218" y="488"/>
                    <a:pt x="217" y="487"/>
                    <a:pt x="218" y="496"/>
                  </a:cubicBezTo>
                  <a:cubicBezTo>
                    <a:pt x="239" y="532"/>
                    <a:pt x="265" y="563"/>
                    <a:pt x="286" y="598"/>
                  </a:cubicBezTo>
                  <a:cubicBezTo>
                    <a:pt x="288" y="602"/>
                    <a:pt x="293" y="609"/>
                    <a:pt x="293" y="609"/>
                  </a:cubicBezTo>
                  <a:cubicBezTo>
                    <a:pt x="295" y="613"/>
                    <a:pt x="291" y="612"/>
                    <a:pt x="293" y="616"/>
                  </a:cubicBezTo>
                  <a:cubicBezTo>
                    <a:pt x="294" y="619"/>
                    <a:pt x="296" y="616"/>
                    <a:pt x="299" y="620"/>
                  </a:cubicBezTo>
                  <a:cubicBezTo>
                    <a:pt x="307" y="633"/>
                    <a:pt x="316" y="649"/>
                    <a:pt x="325" y="662"/>
                  </a:cubicBezTo>
                  <a:cubicBezTo>
                    <a:pt x="349" y="694"/>
                    <a:pt x="373" y="733"/>
                    <a:pt x="393" y="759"/>
                  </a:cubicBezTo>
                  <a:cubicBezTo>
                    <a:pt x="396" y="765"/>
                    <a:pt x="386" y="760"/>
                    <a:pt x="392" y="768"/>
                  </a:cubicBezTo>
                  <a:cubicBezTo>
                    <a:pt x="422" y="815"/>
                    <a:pt x="455" y="863"/>
                    <a:pt x="489" y="911"/>
                  </a:cubicBezTo>
                  <a:cubicBezTo>
                    <a:pt x="491" y="915"/>
                    <a:pt x="484" y="916"/>
                    <a:pt x="489" y="920"/>
                  </a:cubicBezTo>
                  <a:cubicBezTo>
                    <a:pt x="493" y="928"/>
                    <a:pt x="497" y="922"/>
                    <a:pt x="502" y="928"/>
                  </a:cubicBezTo>
                  <a:cubicBezTo>
                    <a:pt x="503" y="933"/>
                    <a:pt x="504" y="937"/>
                    <a:pt x="502" y="941"/>
                  </a:cubicBezTo>
                  <a:cubicBezTo>
                    <a:pt x="539" y="998"/>
                    <a:pt x="587" y="1049"/>
                    <a:pt x="632" y="1102"/>
                  </a:cubicBezTo>
                  <a:cubicBezTo>
                    <a:pt x="674" y="1152"/>
                    <a:pt x="715" y="1202"/>
                    <a:pt x="756" y="1249"/>
                  </a:cubicBezTo>
                  <a:cubicBezTo>
                    <a:pt x="787" y="1286"/>
                    <a:pt x="822" y="1318"/>
                    <a:pt x="847" y="1354"/>
                  </a:cubicBezTo>
                  <a:cubicBezTo>
                    <a:pt x="868" y="1374"/>
                    <a:pt x="886" y="1394"/>
                    <a:pt x="904" y="1414"/>
                  </a:cubicBezTo>
                  <a:cubicBezTo>
                    <a:pt x="922" y="1434"/>
                    <a:pt x="940" y="1454"/>
                    <a:pt x="958" y="1474"/>
                  </a:cubicBezTo>
                  <a:cubicBezTo>
                    <a:pt x="985" y="1504"/>
                    <a:pt x="1013" y="1539"/>
                    <a:pt x="1039" y="1562"/>
                  </a:cubicBezTo>
                  <a:cubicBezTo>
                    <a:pt x="1043" y="1566"/>
                    <a:pt x="1050" y="1569"/>
                    <a:pt x="1055" y="1574"/>
                  </a:cubicBezTo>
                  <a:cubicBezTo>
                    <a:pt x="1063" y="1582"/>
                    <a:pt x="1066" y="1593"/>
                    <a:pt x="1074" y="1601"/>
                  </a:cubicBezTo>
                  <a:cubicBezTo>
                    <a:pt x="1094" y="1622"/>
                    <a:pt x="1119" y="1638"/>
                    <a:pt x="1140" y="1659"/>
                  </a:cubicBezTo>
                  <a:cubicBezTo>
                    <a:pt x="1151" y="1670"/>
                    <a:pt x="1163" y="1682"/>
                    <a:pt x="1174" y="1693"/>
                  </a:cubicBezTo>
                  <a:cubicBezTo>
                    <a:pt x="1192" y="1710"/>
                    <a:pt x="1192" y="1710"/>
                    <a:pt x="1192" y="1710"/>
                  </a:cubicBezTo>
                  <a:cubicBezTo>
                    <a:pt x="1198" y="1716"/>
                    <a:pt x="1204" y="1721"/>
                    <a:pt x="1210" y="1727"/>
                  </a:cubicBezTo>
                  <a:cubicBezTo>
                    <a:pt x="1217" y="1733"/>
                    <a:pt x="1225" y="1738"/>
                    <a:pt x="1233" y="1743"/>
                  </a:cubicBezTo>
                  <a:cubicBezTo>
                    <a:pt x="1240" y="1748"/>
                    <a:pt x="1248" y="1753"/>
                    <a:pt x="1256" y="1759"/>
                  </a:cubicBezTo>
                  <a:cubicBezTo>
                    <a:pt x="1265" y="1766"/>
                    <a:pt x="1273" y="1778"/>
                    <a:pt x="1283" y="1785"/>
                  </a:cubicBezTo>
                  <a:cubicBezTo>
                    <a:pt x="1311" y="1807"/>
                    <a:pt x="1344" y="1824"/>
                    <a:pt x="1372" y="1844"/>
                  </a:cubicBezTo>
                  <a:cubicBezTo>
                    <a:pt x="1408" y="1871"/>
                    <a:pt x="1444" y="1902"/>
                    <a:pt x="1488" y="1919"/>
                  </a:cubicBezTo>
                  <a:cubicBezTo>
                    <a:pt x="1509" y="1934"/>
                    <a:pt x="1533" y="1948"/>
                    <a:pt x="1558" y="1961"/>
                  </a:cubicBezTo>
                  <a:cubicBezTo>
                    <a:pt x="1582" y="1974"/>
                    <a:pt x="1607" y="1985"/>
                    <a:pt x="1629" y="1994"/>
                  </a:cubicBezTo>
                  <a:cubicBezTo>
                    <a:pt x="1660" y="2021"/>
                    <a:pt x="1701" y="2026"/>
                    <a:pt x="1740" y="2044"/>
                  </a:cubicBezTo>
                  <a:cubicBezTo>
                    <a:pt x="1744" y="2046"/>
                    <a:pt x="1746" y="2049"/>
                    <a:pt x="1750" y="2052"/>
                  </a:cubicBezTo>
                  <a:cubicBezTo>
                    <a:pt x="1779" y="2067"/>
                    <a:pt x="1812" y="2078"/>
                    <a:pt x="1843" y="2087"/>
                  </a:cubicBezTo>
                  <a:cubicBezTo>
                    <a:pt x="1874" y="2095"/>
                    <a:pt x="1904" y="2103"/>
                    <a:pt x="1927" y="2114"/>
                  </a:cubicBezTo>
                  <a:cubicBezTo>
                    <a:pt x="1948" y="2113"/>
                    <a:pt x="1961" y="2126"/>
                    <a:pt x="1977" y="2132"/>
                  </a:cubicBezTo>
                  <a:cubicBezTo>
                    <a:pt x="1995" y="2140"/>
                    <a:pt x="2014" y="2140"/>
                    <a:pt x="2032" y="2145"/>
                  </a:cubicBezTo>
                  <a:cubicBezTo>
                    <a:pt x="2037" y="2146"/>
                    <a:pt x="2042" y="2151"/>
                    <a:pt x="2048" y="2153"/>
                  </a:cubicBezTo>
                  <a:cubicBezTo>
                    <a:pt x="2065" y="2159"/>
                    <a:pt x="2084" y="2159"/>
                    <a:pt x="2104" y="2163"/>
                  </a:cubicBezTo>
                  <a:cubicBezTo>
                    <a:pt x="2133" y="2169"/>
                    <a:pt x="2161" y="2189"/>
                    <a:pt x="2196" y="2190"/>
                  </a:cubicBezTo>
                  <a:cubicBezTo>
                    <a:pt x="2221" y="2202"/>
                    <a:pt x="2257" y="2217"/>
                    <a:pt x="2288" y="2217"/>
                  </a:cubicBezTo>
                  <a:cubicBezTo>
                    <a:pt x="2334" y="2239"/>
                    <a:pt x="2386" y="2238"/>
                    <a:pt x="2435" y="2254"/>
                  </a:cubicBezTo>
                  <a:cubicBezTo>
                    <a:pt x="2452" y="2259"/>
                    <a:pt x="2466" y="2270"/>
                    <a:pt x="2484" y="2267"/>
                  </a:cubicBezTo>
                  <a:cubicBezTo>
                    <a:pt x="2501" y="2279"/>
                    <a:pt x="2523" y="2279"/>
                    <a:pt x="2544" y="2285"/>
                  </a:cubicBezTo>
                  <a:cubicBezTo>
                    <a:pt x="2566" y="2290"/>
                    <a:pt x="2587" y="2300"/>
                    <a:pt x="2610" y="2306"/>
                  </a:cubicBezTo>
                  <a:cubicBezTo>
                    <a:pt x="2642" y="2315"/>
                    <a:pt x="2683" y="2317"/>
                    <a:pt x="2705" y="2337"/>
                  </a:cubicBezTo>
                  <a:cubicBezTo>
                    <a:pt x="2710" y="2372"/>
                    <a:pt x="2741" y="2329"/>
                    <a:pt x="2766" y="2340"/>
                  </a:cubicBezTo>
                  <a:cubicBezTo>
                    <a:pt x="2778" y="2349"/>
                    <a:pt x="2775" y="2358"/>
                    <a:pt x="2779" y="2371"/>
                  </a:cubicBezTo>
                  <a:cubicBezTo>
                    <a:pt x="2790" y="2378"/>
                    <a:pt x="2803" y="2377"/>
                    <a:pt x="2815" y="2376"/>
                  </a:cubicBezTo>
                  <a:cubicBezTo>
                    <a:pt x="2829" y="2382"/>
                    <a:pt x="2837" y="2398"/>
                    <a:pt x="2856" y="2402"/>
                  </a:cubicBezTo>
                  <a:close/>
                  <a:moveTo>
                    <a:pt x="411" y="300"/>
                  </a:moveTo>
                  <a:cubicBezTo>
                    <a:pt x="412" y="300"/>
                    <a:pt x="413" y="298"/>
                    <a:pt x="412" y="297"/>
                  </a:cubicBezTo>
                  <a:cubicBezTo>
                    <a:pt x="420" y="297"/>
                    <a:pt x="416" y="309"/>
                    <a:pt x="411" y="300"/>
                  </a:cubicBezTo>
                  <a:close/>
                  <a:moveTo>
                    <a:pt x="406" y="298"/>
                  </a:moveTo>
                  <a:cubicBezTo>
                    <a:pt x="398" y="286"/>
                    <a:pt x="381" y="271"/>
                    <a:pt x="380" y="259"/>
                  </a:cubicBezTo>
                  <a:cubicBezTo>
                    <a:pt x="378" y="256"/>
                    <a:pt x="374" y="266"/>
                    <a:pt x="370" y="262"/>
                  </a:cubicBezTo>
                  <a:cubicBezTo>
                    <a:pt x="370" y="255"/>
                    <a:pt x="368" y="247"/>
                    <a:pt x="362" y="237"/>
                  </a:cubicBezTo>
                  <a:cubicBezTo>
                    <a:pt x="372" y="231"/>
                    <a:pt x="377" y="253"/>
                    <a:pt x="387" y="249"/>
                  </a:cubicBezTo>
                  <a:cubicBezTo>
                    <a:pt x="391" y="256"/>
                    <a:pt x="392" y="260"/>
                    <a:pt x="399" y="261"/>
                  </a:cubicBezTo>
                  <a:cubicBezTo>
                    <a:pt x="405" y="278"/>
                    <a:pt x="413" y="277"/>
                    <a:pt x="416" y="290"/>
                  </a:cubicBezTo>
                  <a:cubicBezTo>
                    <a:pt x="409" y="291"/>
                    <a:pt x="413" y="295"/>
                    <a:pt x="406" y="29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199"/>
            <p:cNvSpPr/>
            <p:nvPr/>
          </p:nvSpPr>
          <p:spPr bwMode="auto">
            <a:xfrm>
              <a:off x="760" y="1444"/>
              <a:ext cx="12" cy="15"/>
            </a:xfrm>
            <a:custGeom>
              <a:avLst/>
              <a:gdLst>
                <a:gd name="T0" fmla="*/ 9 w 9"/>
                <a:gd name="T1" fmla="*/ 9 h 9"/>
                <a:gd name="T2" fmla="*/ 0 w 9"/>
                <a:gd name="T3" fmla="*/ 2 h 9"/>
                <a:gd name="T4" fmla="*/ 9 w 9"/>
                <a:gd name="T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9">
                  <a:moveTo>
                    <a:pt x="9" y="9"/>
                  </a:moveTo>
                  <a:cubicBezTo>
                    <a:pt x="6" y="9"/>
                    <a:pt x="3" y="5"/>
                    <a:pt x="0" y="2"/>
                  </a:cubicBezTo>
                  <a:cubicBezTo>
                    <a:pt x="4" y="0"/>
                    <a:pt x="9" y="4"/>
                    <a:pt x="9" y="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00"/>
            <p:cNvSpPr/>
            <p:nvPr/>
          </p:nvSpPr>
          <p:spPr bwMode="auto">
            <a:xfrm>
              <a:off x="1063" y="849"/>
              <a:ext cx="14" cy="18"/>
            </a:xfrm>
            <a:custGeom>
              <a:avLst/>
              <a:gdLst>
                <a:gd name="T0" fmla="*/ 11 w 11"/>
                <a:gd name="T1" fmla="*/ 11 h 11"/>
                <a:gd name="T2" fmla="*/ 6 w 11"/>
                <a:gd name="T3" fmla="*/ 0 h 11"/>
                <a:gd name="T4" fmla="*/ 11 w 11"/>
                <a:gd name="T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1">
                  <a:moveTo>
                    <a:pt x="11" y="11"/>
                  </a:moveTo>
                  <a:cubicBezTo>
                    <a:pt x="8" y="9"/>
                    <a:pt x="0" y="3"/>
                    <a:pt x="6" y="0"/>
                  </a:cubicBezTo>
                  <a:cubicBezTo>
                    <a:pt x="10" y="4"/>
                    <a:pt x="10" y="7"/>
                    <a:pt x="1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01"/>
            <p:cNvSpPr/>
            <p:nvPr/>
          </p:nvSpPr>
          <p:spPr bwMode="auto">
            <a:xfrm>
              <a:off x="1064" y="817"/>
              <a:ext cx="11" cy="21"/>
            </a:xfrm>
            <a:custGeom>
              <a:avLst/>
              <a:gdLst>
                <a:gd name="T0" fmla="*/ 8 w 8"/>
                <a:gd name="T1" fmla="*/ 11 h 13"/>
                <a:gd name="T2" fmla="*/ 0 w 8"/>
                <a:gd name="T3" fmla="*/ 2 h 13"/>
                <a:gd name="T4" fmla="*/ 8 w 8"/>
                <a:gd name="T5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3">
                  <a:moveTo>
                    <a:pt x="8" y="11"/>
                  </a:moveTo>
                  <a:cubicBezTo>
                    <a:pt x="5" y="13"/>
                    <a:pt x="3" y="4"/>
                    <a:pt x="0" y="2"/>
                  </a:cubicBezTo>
                  <a:cubicBezTo>
                    <a:pt x="3" y="0"/>
                    <a:pt x="8" y="8"/>
                    <a:pt x="8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02"/>
            <p:cNvSpPr/>
            <p:nvPr/>
          </p:nvSpPr>
          <p:spPr bwMode="auto">
            <a:xfrm>
              <a:off x="958" y="806"/>
              <a:ext cx="10" cy="18"/>
            </a:xfrm>
            <a:custGeom>
              <a:avLst/>
              <a:gdLst>
                <a:gd name="T0" fmla="*/ 8 w 8"/>
                <a:gd name="T1" fmla="*/ 11 h 11"/>
                <a:gd name="T2" fmla="*/ 0 w 8"/>
                <a:gd name="T3" fmla="*/ 1 h 11"/>
                <a:gd name="T4" fmla="*/ 8 w 8"/>
                <a:gd name="T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1">
                  <a:moveTo>
                    <a:pt x="8" y="11"/>
                  </a:moveTo>
                  <a:cubicBezTo>
                    <a:pt x="5" y="10"/>
                    <a:pt x="0" y="5"/>
                    <a:pt x="0" y="1"/>
                  </a:cubicBezTo>
                  <a:cubicBezTo>
                    <a:pt x="3" y="0"/>
                    <a:pt x="6" y="8"/>
                    <a:pt x="8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03"/>
            <p:cNvSpPr/>
            <p:nvPr/>
          </p:nvSpPr>
          <p:spPr bwMode="auto">
            <a:xfrm>
              <a:off x="1003" y="710"/>
              <a:ext cx="21" cy="26"/>
            </a:xfrm>
            <a:custGeom>
              <a:avLst/>
              <a:gdLst>
                <a:gd name="T0" fmla="*/ 15 w 15"/>
                <a:gd name="T1" fmla="*/ 16 h 16"/>
                <a:gd name="T2" fmla="*/ 0 w 15"/>
                <a:gd name="T3" fmla="*/ 0 h 16"/>
                <a:gd name="T4" fmla="*/ 15 w 15"/>
                <a:gd name="T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5" h="16">
                  <a:moveTo>
                    <a:pt x="15" y="16"/>
                  </a:moveTo>
                  <a:cubicBezTo>
                    <a:pt x="10" y="15"/>
                    <a:pt x="4" y="9"/>
                    <a:pt x="0" y="0"/>
                  </a:cubicBezTo>
                  <a:cubicBezTo>
                    <a:pt x="6" y="1"/>
                    <a:pt x="10" y="10"/>
                    <a:pt x="15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04"/>
            <p:cNvSpPr/>
            <p:nvPr/>
          </p:nvSpPr>
          <p:spPr bwMode="auto">
            <a:xfrm>
              <a:off x="589" y="859"/>
              <a:ext cx="32" cy="62"/>
            </a:xfrm>
            <a:custGeom>
              <a:avLst/>
              <a:gdLst>
                <a:gd name="T0" fmla="*/ 24 w 24"/>
                <a:gd name="T1" fmla="*/ 39 h 39"/>
                <a:gd name="T2" fmla="*/ 1 w 24"/>
                <a:gd name="T3" fmla="*/ 0 h 39"/>
                <a:gd name="T4" fmla="*/ 24 w 24"/>
                <a:gd name="T5" fmla="*/ 39 h 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4" h="39">
                  <a:moveTo>
                    <a:pt x="24" y="39"/>
                  </a:moveTo>
                  <a:cubicBezTo>
                    <a:pt x="17" y="29"/>
                    <a:pt x="0" y="11"/>
                    <a:pt x="1" y="0"/>
                  </a:cubicBezTo>
                  <a:cubicBezTo>
                    <a:pt x="5" y="15"/>
                    <a:pt x="20" y="25"/>
                    <a:pt x="24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9" name="Freeform 205"/>
            <p:cNvSpPr/>
            <p:nvPr/>
          </p:nvSpPr>
          <p:spPr bwMode="auto">
            <a:xfrm>
              <a:off x="710" y="676"/>
              <a:ext cx="47" cy="85"/>
            </a:xfrm>
            <a:custGeom>
              <a:avLst/>
              <a:gdLst>
                <a:gd name="T0" fmla="*/ 34 w 35"/>
                <a:gd name="T1" fmla="*/ 53 h 53"/>
                <a:gd name="T2" fmla="*/ 0 w 35"/>
                <a:gd name="T3" fmla="*/ 6 h 53"/>
                <a:gd name="T4" fmla="*/ 22 w 35"/>
                <a:gd name="T5" fmla="*/ 30 h 53"/>
                <a:gd name="T6" fmla="*/ 25 w 35"/>
                <a:gd name="T7" fmla="*/ 41 h 53"/>
                <a:gd name="T8" fmla="*/ 34 w 35"/>
                <a:gd name="T9" fmla="*/ 53 h 5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5" h="53">
                  <a:moveTo>
                    <a:pt x="34" y="53"/>
                  </a:moveTo>
                  <a:cubicBezTo>
                    <a:pt x="19" y="46"/>
                    <a:pt x="14" y="19"/>
                    <a:pt x="0" y="6"/>
                  </a:cubicBezTo>
                  <a:cubicBezTo>
                    <a:pt x="5" y="0"/>
                    <a:pt x="15" y="29"/>
                    <a:pt x="22" y="30"/>
                  </a:cubicBezTo>
                  <a:cubicBezTo>
                    <a:pt x="24" y="34"/>
                    <a:pt x="24" y="38"/>
                    <a:pt x="25" y="41"/>
                  </a:cubicBezTo>
                  <a:cubicBezTo>
                    <a:pt x="28" y="45"/>
                    <a:pt x="35" y="47"/>
                    <a:pt x="34" y="5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06"/>
            <p:cNvSpPr/>
            <p:nvPr/>
          </p:nvSpPr>
          <p:spPr bwMode="auto">
            <a:xfrm>
              <a:off x="654" y="494"/>
              <a:ext cx="10" cy="14"/>
            </a:xfrm>
            <a:custGeom>
              <a:avLst/>
              <a:gdLst>
                <a:gd name="T0" fmla="*/ 8 w 8"/>
                <a:gd name="T1" fmla="*/ 7 h 9"/>
                <a:gd name="T2" fmla="*/ 0 w 8"/>
                <a:gd name="T3" fmla="*/ 4 h 9"/>
                <a:gd name="T4" fmla="*/ 5 w 8"/>
                <a:gd name="T5" fmla="*/ 0 h 9"/>
                <a:gd name="T6" fmla="*/ 8 w 8"/>
                <a:gd name="T7" fmla="*/ 7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" h="9">
                  <a:moveTo>
                    <a:pt x="8" y="7"/>
                  </a:moveTo>
                  <a:cubicBezTo>
                    <a:pt x="5" y="9"/>
                    <a:pt x="2" y="9"/>
                    <a:pt x="0" y="4"/>
                  </a:cubicBezTo>
                  <a:cubicBezTo>
                    <a:pt x="1" y="2"/>
                    <a:pt x="2" y="1"/>
                    <a:pt x="5" y="0"/>
                  </a:cubicBezTo>
                  <a:cubicBezTo>
                    <a:pt x="6" y="2"/>
                    <a:pt x="7" y="4"/>
                    <a:pt x="8" y="7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07"/>
            <p:cNvSpPr/>
            <p:nvPr/>
          </p:nvSpPr>
          <p:spPr bwMode="auto">
            <a:xfrm>
              <a:off x="508" y="312"/>
              <a:ext cx="53" cy="124"/>
            </a:xfrm>
            <a:custGeom>
              <a:avLst/>
              <a:gdLst>
                <a:gd name="T0" fmla="*/ 39 w 39"/>
                <a:gd name="T1" fmla="*/ 78 h 78"/>
                <a:gd name="T2" fmla="*/ 15 w 39"/>
                <a:gd name="T3" fmla="*/ 31 h 78"/>
                <a:gd name="T4" fmla="*/ 10 w 39"/>
                <a:gd name="T5" fmla="*/ 27 h 78"/>
                <a:gd name="T6" fmla="*/ 8 w 39"/>
                <a:gd name="T7" fmla="*/ 17 h 78"/>
                <a:gd name="T8" fmla="*/ 39 w 39"/>
                <a:gd name="T9" fmla="*/ 78 h 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</a:cxnLst>
              <a:rect l="0" t="0" r="r" b="b"/>
              <a:pathLst>
                <a:path w="39" h="78">
                  <a:moveTo>
                    <a:pt x="39" y="78"/>
                  </a:moveTo>
                  <a:cubicBezTo>
                    <a:pt x="28" y="70"/>
                    <a:pt x="17" y="46"/>
                    <a:pt x="15" y="31"/>
                  </a:cubicBezTo>
                  <a:cubicBezTo>
                    <a:pt x="13" y="29"/>
                    <a:pt x="11" y="30"/>
                    <a:pt x="10" y="27"/>
                  </a:cubicBezTo>
                  <a:cubicBezTo>
                    <a:pt x="6" y="19"/>
                    <a:pt x="0" y="0"/>
                    <a:pt x="8" y="17"/>
                  </a:cubicBezTo>
                  <a:cubicBezTo>
                    <a:pt x="22" y="37"/>
                    <a:pt x="25" y="56"/>
                    <a:pt x="39" y="7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08"/>
            <p:cNvSpPr/>
            <p:nvPr/>
          </p:nvSpPr>
          <p:spPr bwMode="auto">
            <a:xfrm>
              <a:off x="633" y="356"/>
              <a:ext cx="11" cy="18"/>
            </a:xfrm>
            <a:custGeom>
              <a:avLst/>
              <a:gdLst>
                <a:gd name="T0" fmla="*/ 8 w 8"/>
                <a:gd name="T1" fmla="*/ 11 h 11"/>
                <a:gd name="T2" fmla="*/ 0 w 8"/>
                <a:gd name="T3" fmla="*/ 0 h 11"/>
                <a:gd name="T4" fmla="*/ 8 w 8"/>
                <a:gd name="T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1">
                  <a:moveTo>
                    <a:pt x="8" y="11"/>
                  </a:moveTo>
                  <a:cubicBezTo>
                    <a:pt x="4" y="9"/>
                    <a:pt x="2" y="5"/>
                    <a:pt x="0" y="0"/>
                  </a:cubicBezTo>
                  <a:cubicBezTo>
                    <a:pt x="3" y="0"/>
                    <a:pt x="8" y="8"/>
                    <a:pt x="8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09"/>
            <p:cNvSpPr/>
            <p:nvPr/>
          </p:nvSpPr>
          <p:spPr bwMode="auto">
            <a:xfrm>
              <a:off x="393" y="451"/>
              <a:ext cx="12" cy="25"/>
            </a:xfrm>
            <a:custGeom>
              <a:avLst/>
              <a:gdLst>
                <a:gd name="T0" fmla="*/ 9 w 9"/>
                <a:gd name="T1" fmla="*/ 16 h 16"/>
                <a:gd name="T2" fmla="*/ 0 w 9"/>
                <a:gd name="T3" fmla="*/ 0 h 16"/>
                <a:gd name="T4" fmla="*/ 9 w 9"/>
                <a:gd name="T5" fmla="*/ 16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16">
                  <a:moveTo>
                    <a:pt x="9" y="16"/>
                  </a:moveTo>
                  <a:cubicBezTo>
                    <a:pt x="5" y="16"/>
                    <a:pt x="3" y="5"/>
                    <a:pt x="0" y="0"/>
                  </a:cubicBezTo>
                  <a:cubicBezTo>
                    <a:pt x="4" y="3"/>
                    <a:pt x="9" y="11"/>
                    <a:pt x="9" y="1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10"/>
            <p:cNvSpPr/>
            <p:nvPr/>
          </p:nvSpPr>
          <p:spPr bwMode="auto">
            <a:xfrm>
              <a:off x="588" y="332"/>
              <a:ext cx="19" cy="39"/>
            </a:xfrm>
            <a:custGeom>
              <a:avLst/>
              <a:gdLst>
                <a:gd name="T0" fmla="*/ 14 w 14"/>
                <a:gd name="T1" fmla="*/ 24 h 24"/>
                <a:gd name="T2" fmla="*/ 0 w 14"/>
                <a:gd name="T3" fmla="*/ 7 h 24"/>
                <a:gd name="T4" fmla="*/ 14 w 14"/>
                <a:gd name="T5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4" h="24">
                  <a:moveTo>
                    <a:pt x="14" y="24"/>
                  </a:moveTo>
                  <a:cubicBezTo>
                    <a:pt x="9" y="21"/>
                    <a:pt x="5" y="11"/>
                    <a:pt x="0" y="7"/>
                  </a:cubicBezTo>
                  <a:cubicBezTo>
                    <a:pt x="3" y="0"/>
                    <a:pt x="10" y="18"/>
                    <a:pt x="14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11"/>
            <p:cNvSpPr/>
            <p:nvPr/>
          </p:nvSpPr>
          <p:spPr bwMode="auto">
            <a:xfrm>
              <a:off x="609" y="315"/>
              <a:ext cx="18" cy="29"/>
            </a:xfrm>
            <a:custGeom>
              <a:avLst/>
              <a:gdLst>
                <a:gd name="T0" fmla="*/ 13 w 13"/>
                <a:gd name="T1" fmla="*/ 18 h 18"/>
                <a:gd name="T2" fmla="*/ 0 w 13"/>
                <a:gd name="T3" fmla="*/ 0 h 18"/>
                <a:gd name="T4" fmla="*/ 13 w 13"/>
                <a:gd name="T5" fmla="*/ 18 h 1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18">
                  <a:moveTo>
                    <a:pt x="13" y="18"/>
                  </a:moveTo>
                  <a:cubicBezTo>
                    <a:pt x="7" y="17"/>
                    <a:pt x="4" y="7"/>
                    <a:pt x="0" y="0"/>
                  </a:cubicBezTo>
                  <a:cubicBezTo>
                    <a:pt x="5" y="3"/>
                    <a:pt x="8" y="13"/>
                    <a:pt x="13" y="1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12"/>
            <p:cNvSpPr/>
            <p:nvPr/>
          </p:nvSpPr>
          <p:spPr bwMode="auto">
            <a:xfrm>
              <a:off x="338" y="454"/>
              <a:ext cx="14" cy="21"/>
            </a:xfrm>
            <a:custGeom>
              <a:avLst/>
              <a:gdLst>
                <a:gd name="T0" fmla="*/ 11 w 11"/>
                <a:gd name="T1" fmla="*/ 11 h 13"/>
                <a:gd name="T2" fmla="*/ 0 w 11"/>
                <a:gd name="T3" fmla="*/ 0 h 13"/>
                <a:gd name="T4" fmla="*/ 11 w 11"/>
                <a:gd name="T5" fmla="*/ 11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" h="13">
                  <a:moveTo>
                    <a:pt x="11" y="11"/>
                  </a:moveTo>
                  <a:cubicBezTo>
                    <a:pt x="6" y="13"/>
                    <a:pt x="3" y="5"/>
                    <a:pt x="0" y="0"/>
                  </a:cubicBezTo>
                  <a:cubicBezTo>
                    <a:pt x="4" y="0"/>
                    <a:pt x="7" y="7"/>
                    <a:pt x="11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13"/>
            <p:cNvSpPr/>
            <p:nvPr/>
          </p:nvSpPr>
          <p:spPr bwMode="auto">
            <a:xfrm>
              <a:off x="364" y="379"/>
              <a:ext cx="25" cy="57"/>
            </a:xfrm>
            <a:custGeom>
              <a:avLst/>
              <a:gdLst>
                <a:gd name="T0" fmla="*/ 18 w 18"/>
                <a:gd name="T1" fmla="*/ 36 h 36"/>
                <a:gd name="T2" fmla="*/ 0 w 18"/>
                <a:gd name="T3" fmla="*/ 0 h 36"/>
                <a:gd name="T4" fmla="*/ 18 w 18"/>
                <a:gd name="T5" fmla="*/ 36 h 3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8" h="36">
                  <a:moveTo>
                    <a:pt x="18" y="36"/>
                  </a:moveTo>
                  <a:cubicBezTo>
                    <a:pt x="12" y="31"/>
                    <a:pt x="4" y="10"/>
                    <a:pt x="0" y="0"/>
                  </a:cubicBezTo>
                  <a:cubicBezTo>
                    <a:pt x="9" y="11"/>
                    <a:pt x="13" y="21"/>
                    <a:pt x="18" y="3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14"/>
            <p:cNvSpPr/>
            <p:nvPr/>
          </p:nvSpPr>
          <p:spPr bwMode="auto">
            <a:xfrm>
              <a:off x="589" y="265"/>
              <a:ext cx="18" cy="45"/>
            </a:xfrm>
            <a:custGeom>
              <a:avLst/>
              <a:gdLst>
                <a:gd name="T0" fmla="*/ 13 w 13"/>
                <a:gd name="T1" fmla="*/ 28 h 28"/>
                <a:gd name="T2" fmla="*/ 0 w 13"/>
                <a:gd name="T3" fmla="*/ 0 h 28"/>
                <a:gd name="T4" fmla="*/ 13 w 13"/>
                <a:gd name="T5" fmla="*/ 28 h 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3" h="28">
                  <a:moveTo>
                    <a:pt x="13" y="28"/>
                  </a:moveTo>
                  <a:cubicBezTo>
                    <a:pt x="4" y="22"/>
                    <a:pt x="3" y="7"/>
                    <a:pt x="0" y="0"/>
                  </a:cubicBezTo>
                  <a:cubicBezTo>
                    <a:pt x="7" y="6"/>
                    <a:pt x="6" y="20"/>
                    <a:pt x="13" y="2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15"/>
            <p:cNvSpPr/>
            <p:nvPr/>
          </p:nvSpPr>
          <p:spPr bwMode="auto">
            <a:xfrm>
              <a:off x="498" y="292"/>
              <a:ext cx="13" cy="24"/>
            </a:xfrm>
            <a:custGeom>
              <a:avLst/>
              <a:gdLst>
                <a:gd name="T0" fmla="*/ 10 w 10"/>
                <a:gd name="T1" fmla="*/ 15 h 15"/>
                <a:gd name="T2" fmla="*/ 0 w 10"/>
                <a:gd name="T3" fmla="*/ 3 h 15"/>
                <a:gd name="T4" fmla="*/ 10 w 10"/>
                <a:gd name="T5" fmla="*/ 15 h 1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15">
                  <a:moveTo>
                    <a:pt x="10" y="15"/>
                  </a:moveTo>
                  <a:cubicBezTo>
                    <a:pt x="6" y="13"/>
                    <a:pt x="3" y="7"/>
                    <a:pt x="0" y="3"/>
                  </a:cubicBezTo>
                  <a:cubicBezTo>
                    <a:pt x="6" y="0"/>
                    <a:pt x="7" y="10"/>
                    <a:pt x="10" y="1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16"/>
            <p:cNvSpPr/>
            <p:nvPr/>
          </p:nvSpPr>
          <p:spPr bwMode="auto">
            <a:xfrm>
              <a:off x="511" y="262"/>
              <a:ext cx="9" cy="21"/>
            </a:xfrm>
            <a:custGeom>
              <a:avLst/>
              <a:gdLst>
                <a:gd name="T0" fmla="*/ 7 w 7"/>
                <a:gd name="T1" fmla="*/ 13 h 13"/>
                <a:gd name="T2" fmla="*/ 0 w 7"/>
                <a:gd name="T3" fmla="*/ 0 h 13"/>
                <a:gd name="T4" fmla="*/ 7 w 7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7" h="13">
                  <a:moveTo>
                    <a:pt x="7" y="13"/>
                  </a:moveTo>
                  <a:cubicBezTo>
                    <a:pt x="2" y="11"/>
                    <a:pt x="2" y="6"/>
                    <a:pt x="0" y="0"/>
                  </a:cubicBezTo>
                  <a:cubicBezTo>
                    <a:pt x="4" y="0"/>
                    <a:pt x="5" y="10"/>
                    <a:pt x="7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17"/>
            <p:cNvSpPr/>
            <p:nvPr/>
          </p:nvSpPr>
          <p:spPr bwMode="auto">
            <a:xfrm>
              <a:off x="520" y="227"/>
              <a:ext cx="14" cy="22"/>
            </a:xfrm>
            <a:custGeom>
              <a:avLst/>
              <a:gdLst>
                <a:gd name="T0" fmla="*/ 10 w 10"/>
                <a:gd name="T1" fmla="*/ 14 h 14"/>
                <a:gd name="T2" fmla="*/ 8 w 10"/>
                <a:gd name="T3" fmla="*/ 0 h 14"/>
                <a:gd name="T4" fmla="*/ 5 w 10"/>
                <a:gd name="T5" fmla="*/ 5 h 14"/>
                <a:gd name="T6" fmla="*/ 10 w 10"/>
                <a:gd name="T7" fmla="*/ 14 h 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0" h="14">
                  <a:moveTo>
                    <a:pt x="10" y="14"/>
                  </a:moveTo>
                  <a:cubicBezTo>
                    <a:pt x="6" y="13"/>
                    <a:pt x="0" y="1"/>
                    <a:pt x="8" y="0"/>
                  </a:cubicBezTo>
                  <a:cubicBezTo>
                    <a:pt x="10" y="4"/>
                    <a:pt x="7" y="4"/>
                    <a:pt x="5" y="5"/>
                  </a:cubicBezTo>
                  <a:cubicBezTo>
                    <a:pt x="6" y="10"/>
                    <a:pt x="9" y="8"/>
                    <a:pt x="10" y="1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18"/>
            <p:cNvSpPr/>
            <p:nvPr/>
          </p:nvSpPr>
          <p:spPr bwMode="auto">
            <a:xfrm>
              <a:off x="377" y="254"/>
              <a:ext cx="12" cy="42"/>
            </a:xfrm>
            <a:custGeom>
              <a:avLst/>
              <a:gdLst>
                <a:gd name="T0" fmla="*/ 0 w 9"/>
                <a:gd name="T1" fmla="*/ 0 h 26"/>
                <a:gd name="T2" fmla="*/ 0 w 9"/>
                <a:gd name="T3" fmla="*/ 0 h 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9" h="26">
                  <a:moveTo>
                    <a:pt x="0" y="0"/>
                  </a:moveTo>
                  <a:cubicBezTo>
                    <a:pt x="9" y="7"/>
                    <a:pt x="7" y="26"/>
                    <a:pt x="0" y="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19"/>
            <p:cNvSpPr/>
            <p:nvPr/>
          </p:nvSpPr>
          <p:spPr bwMode="auto">
            <a:xfrm>
              <a:off x="285" y="212"/>
              <a:ext cx="13" cy="40"/>
            </a:xfrm>
            <a:custGeom>
              <a:avLst/>
              <a:gdLst>
                <a:gd name="T0" fmla="*/ 10 w 10"/>
                <a:gd name="T1" fmla="*/ 25 h 25"/>
                <a:gd name="T2" fmla="*/ 0 w 10"/>
                <a:gd name="T3" fmla="*/ 0 h 25"/>
                <a:gd name="T4" fmla="*/ 10 w 10"/>
                <a:gd name="T5" fmla="*/ 25 h 2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0" h="25">
                  <a:moveTo>
                    <a:pt x="10" y="25"/>
                  </a:moveTo>
                  <a:cubicBezTo>
                    <a:pt x="5" y="18"/>
                    <a:pt x="3" y="10"/>
                    <a:pt x="0" y="0"/>
                  </a:cubicBezTo>
                  <a:cubicBezTo>
                    <a:pt x="4" y="5"/>
                    <a:pt x="10" y="20"/>
                    <a:pt x="10" y="2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20"/>
            <p:cNvSpPr/>
            <p:nvPr/>
          </p:nvSpPr>
          <p:spPr bwMode="auto">
            <a:xfrm>
              <a:off x="274" y="228"/>
              <a:ext cx="11" cy="26"/>
            </a:xfrm>
            <a:custGeom>
              <a:avLst/>
              <a:gdLst>
                <a:gd name="T0" fmla="*/ 8 w 8"/>
                <a:gd name="T1" fmla="*/ 12 h 16"/>
                <a:gd name="T2" fmla="*/ 5 w 8"/>
                <a:gd name="T3" fmla="*/ 2 h 16"/>
                <a:gd name="T4" fmla="*/ 8 w 8"/>
                <a:gd name="T5" fmla="*/ 12 h 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8" h="16">
                  <a:moveTo>
                    <a:pt x="8" y="12"/>
                  </a:moveTo>
                  <a:cubicBezTo>
                    <a:pt x="5" y="16"/>
                    <a:pt x="0" y="0"/>
                    <a:pt x="5" y="2"/>
                  </a:cubicBezTo>
                  <a:cubicBezTo>
                    <a:pt x="6" y="5"/>
                    <a:pt x="7" y="8"/>
                    <a:pt x="8" y="1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21"/>
            <p:cNvSpPr/>
            <p:nvPr/>
          </p:nvSpPr>
          <p:spPr bwMode="auto">
            <a:xfrm>
              <a:off x="169" y="238"/>
              <a:ext cx="12" cy="21"/>
            </a:xfrm>
            <a:custGeom>
              <a:avLst/>
              <a:gdLst>
                <a:gd name="T0" fmla="*/ 8 w 9"/>
                <a:gd name="T1" fmla="*/ 13 h 13"/>
                <a:gd name="T2" fmla="*/ 0 w 9"/>
                <a:gd name="T3" fmla="*/ 0 h 13"/>
                <a:gd name="T4" fmla="*/ 8 w 9"/>
                <a:gd name="T5" fmla="*/ 13 h 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9" h="13">
                  <a:moveTo>
                    <a:pt x="8" y="13"/>
                  </a:moveTo>
                  <a:cubicBezTo>
                    <a:pt x="4" y="11"/>
                    <a:pt x="1" y="5"/>
                    <a:pt x="0" y="0"/>
                  </a:cubicBezTo>
                  <a:cubicBezTo>
                    <a:pt x="4" y="0"/>
                    <a:pt x="9" y="10"/>
                    <a:pt x="8" y="13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22"/>
            <p:cNvSpPr/>
            <p:nvPr/>
          </p:nvSpPr>
          <p:spPr bwMode="auto">
            <a:xfrm>
              <a:off x="146" y="128"/>
              <a:ext cx="17" cy="38"/>
            </a:xfrm>
            <a:custGeom>
              <a:avLst/>
              <a:gdLst>
                <a:gd name="T0" fmla="*/ 12 w 12"/>
                <a:gd name="T1" fmla="*/ 24 h 24"/>
                <a:gd name="T2" fmla="*/ 12 w 12"/>
                <a:gd name="T3" fmla="*/ 24 h 2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12" h="24">
                  <a:moveTo>
                    <a:pt x="12" y="24"/>
                  </a:moveTo>
                  <a:cubicBezTo>
                    <a:pt x="0" y="9"/>
                    <a:pt x="5" y="0"/>
                    <a:pt x="12" y="2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23"/>
            <p:cNvSpPr/>
            <p:nvPr/>
          </p:nvSpPr>
          <p:spPr bwMode="auto">
            <a:xfrm>
              <a:off x="394" y="801"/>
              <a:ext cx="27" cy="48"/>
            </a:xfrm>
            <a:custGeom>
              <a:avLst/>
              <a:gdLst>
                <a:gd name="T0" fmla="*/ 20 w 20"/>
                <a:gd name="T1" fmla="*/ 30 h 30"/>
                <a:gd name="T2" fmla="*/ 10 w 20"/>
                <a:gd name="T3" fmla="*/ 24 h 30"/>
                <a:gd name="T4" fmla="*/ 0 w 20"/>
                <a:gd name="T5" fmla="*/ 0 h 30"/>
                <a:gd name="T6" fmla="*/ 20 w 20"/>
                <a:gd name="T7" fmla="*/ 30 h 3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20" h="30">
                  <a:moveTo>
                    <a:pt x="20" y="30"/>
                  </a:moveTo>
                  <a:cubicBezTo>
                    <a:pt x="17" y="28"/>
                    <a:pt x="14" y="25"/>
                    <a:pt x="10" y="24"/>
                  </a:cubicBezTo>
                  <a:cubicBezTo>
                    <a:pt x="12" y="16"/>
                    <a:pt x="2" y="8"/>
                    <a:pt x="0" y="0"/>
                  </a:cubicBezTo>
                  <a:cubicBezTo>
                    <a:pt x="11" y="6"/>
                    <a:pt x="9" y="19"/>
                    <a:pt x="20" y="3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24"/>
            <p:cNvSpPr/>
            <p:nvPr/>
          </p:nvSpPr>
          <p:spPr bwMode="auto">
            <a:xfrm>
              <a:off x="399" y="321"/>
              <a:ext cx="56" cy="130"/>
            </a:xfrm>
            <a:custGeom>
              <a:avLst/>
              <a:gdLst>
                <a:gd name="T0" fmla="*/ 22 w 41"/>
                <a:gd name="T1" fmla="*/ 75 h 81"/>
                <a:gd name="T2" fmla="*/ 19 w 41"/>
                <a:gd name="T3" fmla="*/ 65 h 81"/>
                <a:gd name="T4" fmla="*/ 24 w 41"/>
                <a:gd name="T5" fmla="*/ 65 h 81"/>
                <a:gd name="T6" fmla="*/ 13 w 41"/>
                <a:gd name="T7" fmla="*/ 44 h 81"/>
                <a:gd name="T8" fmla="*/ 18 w 41"/>
                <a:gd name="T9" fmla="*/ 44 h 81"/>
                <a:gd name="T10" fmla="*/ 0 w 41"/>
                <a:gd name="T11" fmla="*/ 0 h 81"/>
                <a:gd name="T12" fmla="*/ 23 w 41"/>
                <a:gd name="T13" fmla="*/ 41 h 81"/>
                <a:gd name="T14" fmla="*/ 41 w 41"/>
                <a:gd name="T15" fmla="*/ 81 h 81"/>
                <a:gd name="T16" fmla="*/ 25 w 41"/>
                <a:gd name="T17" fmla="*/ 65 h 81"/>
                <a:gd name="T18" fmla="*/ 22 w 41"/>
                <a:gd name="T19" fmla="*/ 75 h 8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41" h="81">
                  <a:moveTo>
                    <a:pt x="22" y="75"/>
                  </a:moveTo>
                  <a:cubicBezTo>
                    <a:pt x="19" y="70"/>
                    <a:pt x="23" y="70"/>
                    <a:pt x="19" y="65"/>
                  </a:cubicBezTo>
                  <a:cubicBezTo>
                    <a:pt x="21" y="64"/>
                    <a:pt x="22" y="66"/>
                    <a:pt x="24" y="65"/>
                  </a:cubicBezTo>
                  <a:cubicBezTo>
                    <a:pt x="21" y="56"/>
                    <a:pt x="17" y="52"/>
                    <a:pt x="13" y="44"/>
                  </a:cubicBezTo>
                  <a:cubicBezTo>
                    <a:pt x="15" y="44"/>
                    <a:pt x="16" y="45"/>
                    <a:pt x="18" y="44"/>
                  </a:cubicBezTo>
                  <a:cubicBezTo>
                    <a:pt x="7" y="37"/>
                    <a:pt x="13" y="20"/>
                    <a:pt x="0" y="0"/>
                  </a:cubicBezTo>
                  <a:cubicBezTo>
                    <a:pt x="8" y="9"/>
                    <a:pt x="16" y="25"/>
                    <a:pt x="23" y="41"/>
                  </a:cubicBezTo>
                  <a:cubicBezTo>
                    <a:pt x="30" y="57"/>
                    <a:pt x="36" y="73"/>
                    <a:pt x="41" y="81"/>
                  </a:cubicBezTo>
                  <a:cubicBezTo>
                    <a:pt x="34" y="81"/>
                    <a:pt x="32" y="64"/>
                    <a:pt x="25" y="65"/>
                  </a:cubicBezTo>
                  <a:cubicBezTo>
                    <a:pt x="21" y="66"/>
                    <a:pt x="29" y="75"/>
                    <a:pt x="22" y="75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25"/>
            <p:cNvSpPr/>
            <p:nvPr/>
          </p:nvSpPr>
          <p:spPr bwMode="auto">
            <a:xfrm>
              <a:off x="577" y="308"/>
              <a:ext cx="17" cy="37"/>
            </a:xfrm>
            <a:custGeom>
              <a:avLst/>
              <a:gdLst>
                <a:gd name="T0" fmla="*/ 5 w 13"/>
                <a:gd name="T1" fmla="*/ 8 h 23"/>
                <a:gd name="T2" fmla="*/ 4 w 13"/>
                <a:gd name="T3" fmla="*/ 8 h 23"/>
                <a:gd name="T4" fmla="*/ 0 w 13"/>
                <a:gd name="T5" fmla="*/ 0 h 23"/>
                <a:gd name="T6" fmla="*/ 5 w 13"/>
                <a:gd name="T7" fmla="*/ 8 h 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3" h="23">
                  <a:moveTo>
                    <a:pt x="5" y="8"/>
                  </a:moveTo>
                  <a:cubicBezTo>
                    <a:pt x="4" y="6"/>
                    <a:pt x="3" y="7"/>
                    <a:pt x="4" y="8"/>
                  </a:cubicBezTo>
                  <a:cubicBezTo>
                    <a:pt x="0" y="9"/>
                    <a:pt x="0" y="1"/>
                    <a:pt x="0" y="0"/>
                  </a:cubicBezTo>
                  <a:cubicBezTo>
                    <a:pt x="5" y="0"/>
                    <a:pt x="13" y="23"/>
                    <a:pt x="5" y="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26"/>
            <p:cNvSpPr/>
            <p:nvPr/>
          </p:nvSpPr>
          <p:spPr bwMode="auto">
            <a:xfrm>
              <a:off x="485" y="64"/>
              <a:ext cx="91" cy="241"/>
            </a:xfrm>
            <a:custGeom>
              <a:avLst/>
              <a:gdLst>
                <a:gd name="T0" fmla="*/ 6 w 67"/>
                <a:gd name="T1" fmla="*/ 39 h 151"/>
                <a:gd name="T2" fmla="*/ 12 w 67"/>
                <a:gd name="T3" fmla="*/ 37 h 151"/>
                <a:gd name="T4" fmla="*/ 3 w 67"/>
                <a:gd name="T5" fmla="*/ 0 h 151"/>
                <a:gd name="T6" fmla="*/ 24 w 67"/>
                <a:gd name="T7" fmla="*/ 49 h 151"/>
                <a:gd name="T8" fmla="*/ 24 w 67"/>
                <a:gd name="T9" fmla="*/ 59 h 151"/>
                <a:gd name="T10" fmla="*/ 67 w 67"/>
                <a:gd name="T11" fmla="*/ 151 h 151"/>
                <a:gd name="T12" fmla="*/ 50 w 67"/>
                <a:gd name="T13" fmla="*/ 123 h 151"/>
                <a:gd name="T14" fmla="*/ 32 w 67"/>
                <a:gd name="T15" fmla="*/ 93 h 151"/>
                <a:gd name="T16" fmla="*/ 34 w 67"/>
                <a:gd name="T17" fmla="*/ 95 h 151"/>
                <a:gd name="T18" fmla="*/ 6 w 67"/>
                <a:gd name="T19" fmla="*/ 39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67" h="151">
                  <a:moveTo>
                    <a:pt x="6" y="39"/>
                  </a:moveTo>
                  <a:cubicBezTo>
                    <a:pt x="12" y="37"/>
                    <a:pt x="12" y="37"/>
                    <a:pt x="12" y="37"/>
                  </a:cubicBezTo>
                  <a:cubicBezTo>
                    <a:pt x="8" y="26"/>
                    <a:pt x="0" y="9"/>
                    <a:pt x="3" y="0"/>
                  </a:cubicBezTo>
                  <a:cubicBezTo>
                    <a:pt x="11" y="11"/>
                    <a:pt x="11" y="43"/>
                    <a:pt x="24" y="49"/>
                  </a:cubicBezTo>
                  <a:cubicBezTo>
                    <a:pt x="23" y="52"/>
                    <a:pt x="25" y="56"/>
                    <a:pt x="24" y="59"/>
                  </a:cubicBezTo>
                  <a:cubicBezTo>
                    <a:pt x="44" y="86"/>
                    <a:pt x="48" y="122"/>
                    <a:pt x="67" y="151"/>
                  </a:cubicBezTo>
                  <a:cubicBezTo>
                    <a:pt x="57" y="147"/>
                    <a:pt x="54" y="135"/>
                    <a:pt x="50" y="123"/>
                  </a:cubicBezTo>
                  <a:cubicBezTo>
                    <a:pt x="46" y="111"/>
                    <a:pt x="43" y="98"/>
                    <a:pt x="32" y="93"/>
                  </a:cubicBezTo>
                  <a:cubicBezTo>
                    <a:pt x="32" y="90"/>
                    <a:pt x="33" y="93"/>
                    <a:pt x="34" y="95"/>
                  </a:cubicBezTo>
                  <a:cubicBezTo>
                    <a:pt x="28" y="81"/>
                    <a:pt x="22" y="54"/>
                    <a:pt x="6" y="3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227"/>
            <p:cNvSpPr/>
            <p:nvPr/>
          </p:nvSpPr>
          <p:spPr bwMode="auto">
            <a:xfrm>
              <a:off x="255" y="228"/>
              <a:ext cx="17" cy="18"/>
            </a:xfrm>
            <a:custGeom>
              <a:avLst/>
              <a:gdLst>
                <a:gd name="T0" fmla="*/ 10 w 12"/>
                <a:gd name="T1" fmla="*/ 11 h 11"/>
                <a:gd name="T2" fmla="*/ 0 w 12"/>
                <a:gd name="T3" fmla="*/ 1 h 11"/>
                <a:gd name="T4" fmla="*/ 10 w 12"/>
                <a:gd name="T5" fmla="*/ 11 h 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2" h="11">
                  <a:moveTo>
                    <a:pt x="10" y="11"/>
                  </a:moveTo>
                  <a:cubicBezTo>
                    <a:pt x="6" y="9"/>
                    <a:pt x="4" y="4"/>
                    <a:pt x="0" y="1"/>
                  </a:cubicBezTo>
                  <a:cubicBezTo>
                    <a:pt x="0" y="0"/>
                    <a:pt x="12" y="6"/>
                    <a:pt x="10" y="11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</a14:hiddenLine>
              </a:ext>
            </a:extLst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</p:grpSp>
      <p:pic>
        <p:nvPicPr>
          <p:cNvPr id="82" name="图片 81"/>
          <p:cNvPicPr>
            <a:picLocks noChangeAspect="1"/>
          </p:cNvPicPr>
          <p:nvPr userDrawn="1"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940" b="89985" l="0" r="100000">
                        <a14:foregroundMark x1="70557" y1="41416" x2="80823" y2="38630"/>
                        <a14:foregroundMark x1="52761" y1="41152" x2="56928" y2="41416"/>
                        <a14:foregroundMark x1="10366" y1="45030" x2="10166" y2="55309"/>
                        <a14:foregroundMark x1="6576" y1="44051" x2="6652" y2="49473"/>
                        <a14:foregroundMark x1="6099" y1="43637" x2="6200" y2="48494"/>
                        <a14:foregroundMark x1="63128" y1="71611" x2="64859" y2="78087"/>
                        <a14:foregroundMark x1="62651" y1="78840" x2="60417" y2="79556"/>
                        <a14:backgroundMark x1="678" y1="31928" x2="99849" y2="31062"/>
                        <a14:backgroundMark x1="53238" y1="40851" x2="56074" y2="40926"/>
                        <a14:backgroundMark x1="67771" y1="41039" x2="69352" y2="40700"/>
                        <a14:backgroundMark x1="70683" y1="40361" x2="76029" y2="38931"/>
                        <a14:backgroundMark x1="67520" y1="41265" x2="77008" y2="38705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791488" y="1844447"/>
            <a:ext cx="8635661" cy="5757107"/>
          </a:xfrm>
          <a:prstGeom prst="rect">
            <a:avLst/>
          </a:prstGeom>
        </p:spPr>
      </p:pic>
      <p:sp>
        <p:nvSpPr>
          <p:cNvPr id="83" name="Freeform 31242"/>
          <p:cNvSpPr/>
          <p:nvPr userDrawn="1"/>
        </p:nvSpPr>
        <p:spPr bwMode="auto">
          <a:xfrm rot="21063996">
            <a:off x="-2101114" y="5587034"/>
            <a:ext cx="12504581" cy="1450246"/>
          </a:xfrm>
          <a:custGeom>
            <a:avLst/>
            <a:gdLst>
              <a:gd name="T0" fmla="*/ 2419 w 2492"/>
              <a:gd name="T1" fmla="*/ 333 h 505"/>
              <a:gd name="T2" fmla="*/ 2456 w 2492"/>
              <a:gd name="T3" fmla="*/ 300 h 505"/>
              <a:gd name="T4" fmla="*/ 2479 w 2492"/>
              <a:gd name="T5" fmla="*/ 262 h 505"/>
              <a:gd name="T6" fmla="*/ 2458 w 2492"/>
              <a:gd name="T7" fmla="*/ 223 h 505"/>
              <a:gd name="T8" fmla="*/ 2469 w 2492"/>
              <a:gd name="T9" fmla="*/ 194 h 505"/>
              <a:gd name="T10" fmla="*/ 2466 w 2492"/>
              <a:gd name="T11" fmla="*/ 143 h 505"/>
              <a:gd name="T12" fmla="*/ 2387 w 2492"/>
              <a:gd name="T13" fmla="*/ 112 h 505"/>
              <a:gd name="T14" fmla="*/ 2186 w 2492"/>
              <a:gd name="T15" fmla="*/ 74 h 505"/>
              <a:gd name="T16" fmla="*/ 2084 w 2492"/>
              <a:gd name="T17" fmla="*/ 59 h 505"/>
              <a:gd name="T18" fmla="*/ 1971 w 2492"/>
              <a:gd name="T19" fmla="*/ 43 h 505"/>
              <a:gd name="T20" fmla="*/ 1884 w 2492"/>
              <a:gd name="T21" fmla="*/ 40 h 505"/>
              <a:gd name="T22" fmla="*/ 1786 w 2492"/>
              <a:gd name="T23" fmla="*/ 27 h 505"/>
              <a:gd name="T24" fmla="*/ 1688 w 2492"/>
              <a:gd name="T25" fmla="*/ 15 h 505"/>
              <a:gd name="T26" fmla="*/ 1629 w 2492"/>
              <a:gd name="T27" fmla="*/ 17 h 505"/>
              <a:gd name="T28" fmla="*/ 1564 w 2492"/>
              <a:gd name="T29" fmla="*/ 9 h 505"/>
              <a:gd name="T30" fmla="*/ 1297 w 2492"/>
              <a:gd name="T31" fmla="*/ 6 h 505"/>
              <a:gd name="T32" fmla="*/ 1032 w 2492"/>
              <a:gd name="T33" fmla="*/ 5 h 505"/>
              <a:gd name="T34" fmla="*/ 684 w 2492"/>
              <a:gd name="T35" fmla="*/ 28 h 505"/>
              <a:gd name="T36" fmla="*/ 462 w 2492"/>
              <a:gd name="T37" fmla="*/ 60 h 505"/>
              <a:gd name="T38" fmla="*/ 369 w 2492"/>
              <a:gd name="T39" fmla="*/ 66 h 505"/>
              <a:gd name="T40" fmla="*/ 310 w 2492"/>
              <a:gd name="T41" fmla="*/ 78 h 505"/>
              <a:gd name="T42" fmla="*/ 212 w 2492"/>
              <a:gd name="T43" fmla="*/ 106 h 505"/>
              <a:gd name="T44" fmla="*/ 110 w 2492"/>
              <a:gd name="T45" fmla="*/ 124 h 505"/>
              <a:gd name="T46" fmla="*/ 45 w 2492"/>
              <a:gd name="T47" fmla="*/ 180 h 505"/>
              <a:gd name="T48" fmla="*/ 0 w 2492"/>
              <a:gd name="T49" fmla="*/ 182 h 505"/>
              <a:gd name="T50" fmla="*/ 35 w 2492"/>
              <a:gd name="T51" fmla="*/ 240 h 505"/>
              <a:gd name="T52" fmla="*/ 75 w 2492"/>
              <a:gd name="T53" fmla="*/ 292 h 505"/>
              <a:gd name="T54" fmla="*/ 99 w 2492"/>
              <a:gd name="T55" fmla="*/ 350 h 505"/>
              <a:gd name="T56" fmla="*/ 166 w 2492"/>
              <a:gd name="T57" fmla="*/ 357 h 505"/>
              <a:gd name="T58" fmla="*/ 121 w 2492"/>
              <a:gd name="T59" fmla="*/ 396 h 505"/>
              <a:gd name="T60" fmla="*/ 150 w 2492"/>
              <a:gd name="T61" fmla="*/ 397 h 505"/>
              <a:gd name="T62" fmla="*/ 162 w 2492"/>
              <a:gd name="T63" fmla="*/ 421 h 505"/>
              <a:gd name="T64" fmla="*/ 177 w 2492"/>
              <a:gd name="T65" fmla="*/ 440 h 505"/>
              <a:gd name="T66" fmla="*/ 193 w 2492"/>
              <a:gd name="T67" fmla="*/ 466 h 505"/>
              <a:gd name="T68" fmla="*/ 294 w 2492"/>
              <a:gd name="T69" fmla="*/ 467 h 505"/>
              <a:gd name="T70" fmla="*/ 369 w 2492"/>
              <a:gd name="T71" fmla="*/ 490 h 505"/>
              <a:gd name="T72" fmla="*/ 512 w 2492"/>
              <a:gd name="T73" fmla="*/ 472 h 505"/>
              <a:gd name="T74" fmla="*/ 608 w 2492"/>
              <a:gd name="T75" fmla="*/ 450 h 505"/>
              <a:gd name="T76" fmla="*/ 720 w 2492"/>
              <a:gd name="T77" fmla="*/ 437 h 505"/>
              <a:gd name="T78" fmla="*/ 992 w 2492"/>
              <a:gd name="T79" fmla="*/ 421 h 505"/>
              <a:gd name="T80" fmla="*/ 1375 w 2492"/>
              <a:gd name="T81" fmla="*/ 420 h 505"/>
              <a:gd name="T82" fmla="*/ 1613 w 2492"/>
              <a:gd name="T83" fmla="*/ 424 h 505"/>
              <a:gd name="T84" fmla="*/ 1736 w 2492"/>
              <a:gd name="T85" fmla="*/ 427 h 505"/>
              <a:gd name="T86" fmla="*/ 1829 w 2492"/>
              <a:gd name="T87" fmla="*/ 436 h 505"/>
              <a:gd name="T88" fmla="*/ 1970 w 2492"/>
              <a:gd name="T89" fmla="*/ 452 h 505"/>
              <a:gd name="T90" fmla="*/ 2138 w 2492"/>
              <a:gd name="T91" fmla="*/ 464 h 505"/>
              <a:gd name="T92" fmla="*/ 2270 w 2492"/>
              <a:gd name="T93" fmla="*/ 487 h 505"/>
              <a:gd name="T94" fmla="*/ 2368 w 2492"/>
              <a:gd name="T95" fmla="*/ 498 h 505"/>
              <a:gd name="T96" fmla="*/ 2395 w 2492"/>
              <a:gd name="T97" fmla="*/ 458 h 505"/>
              <a:gd name="T98" fmla="*/ 2407 w 2492"/>
              <a:gd name="T99" fmla="*/ 437 h 505"/>
              <a:gd name="T100" fmla="*/ 2436 w 2492"/>
              <a:gd name="T101" fmla="*/ 437 h 505"/>
              <a:gd name="T102" fmla="*/ 2468 w 2492"/>
              <a:gd name="T103" fmla="*/ 400 h 50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2492" h="505">
                <a:moveTo>
                  <a:pt x="2482" y="326"/>
                </a:moveTo>
                <a:cubicBezTo>
                  <a:pt x="2480" y="325"/>
                  <a:pt x="2474" y="327"/>
                  <a:pt x="2469" y="331"/>
                </a:cubicBezTo>
                <a:cubicBezTo>
                  <a:pt x="2458" y="338"/>
                  <a:pt x="2416" y="340"/>
                  <a:pt x="2419" y="333"/>
                </a:cubicBezTo>
                <a:cubicBezTo>
                  <a:pt x="2420" y="330"/>
                  <a:pt x="2425" y="329"/>
                  <a:pt x="2429" y="329"/>
                </a:cubicBezTo>
                <a:cubicBezTo>
                  <a:pt x="2433" y="330"/>
                  <a:pt x="2441" y="327"/>
                  <a:pt x="2447" y="323"/>
                </a:cubicBezTo>
                <a:cubicBezTo>
                  <a:pt x="2455" y="318"/>
                  <a:pt x="2457" y="313"/>
                  <a:pt x="2456" y="300"/>
                </a:cubicBezTo>
                <a:cubicBezTo>
                  <a:pt x="2456" y="291"/>
                  <a:pt x="2454" y="282"/>
                  <a:pt x="2451" y="281"/>
                </a:cubicBezTo>
                <a:cubicBezTo>
                  <a:pt x="2441" y="275"/>
                  <a:pt x="2447" y="267"/>
                  <a:pt x="2462" y="267"/>
                </a:cubicBezTo>
                <a:cubicBezTo>
                  <a:pt x="2471" y="267"/>
                  <a:pt x="2478" y="265"/>
                  <a:pt x="2479" y="262"/>
                </a:cubicBezTo>
                <a:cubicBezTo>
                  <a:pt x="2480" y="259"/>
                  <a:pt x="2478" y="257"/>
                  <a:pt x="2473" y="257"/>
                </a:cubicBezTo>
                <a:cubicBezTo>
                  <a:pt x="2463" y="257"/>
                  <a:pt x="2456" y="251"/>
                  <a:pt x="2452" y="235"/>
                </a:cubicBezTo>
                <a:cubicBezTo>
                  <a:pt x="2449" y="225"/>
                  <a:pt x="2450" y="224"/>
                  <a:pt x="2458" y="223"/>
                </a:cubicBezTo>
                <a:cubicBezTo>
                  <a:pt x="2463" y="223"/>
                  <a:pt x="2467" y="220"/>
                  <a:pt x="2466" y="217"/>
                </a:cubicBezTo>
                <a:cubicBezTo>
                  <a:pt x="2466" y="214"/>
                  <a:pt x="2469" y="210"/>
                  <a:pt x="2471" y="209"/>
                </a:cubicBezTo>
                <a:cubicBezTo>
                  <a:pt x="2475" y="207"/>
                  <a:pt x="2475" y="204"/>
                  <a:pt x="2469" y="194"/>
                </a:cubicBezTo>
                <a:cubicBezTo>
                  <a:pt x="2463" y="183"/>
                  <a:pt x="2463" y="181"/>
                  <a:pt x="2468" y="179"/>
                </a:cubicBezTo>
                <a:cubicBezTo>
                  <a:pt x="2472" y="177"/>
                  <a:pt x="2473" y="174"/>
                  <a:pt x="2471" y="171"/>
                </a:cubicBezTo>
                <a:cubicBezTo>
                  <a:pt x="2469" y="168"/>
                  <a:pt x="2467" y="155"/>
                  <a:pt x="2466" y="143"/>
                </a:cubicBezTo>
                <a:cubicBezTo>
                  <a:pt x="2466" y="119"/>
                  <a:pt x="2466" y="119"/>
                  <a:pt x="2466" y="119"/>
                </a:cubicBezTo>
                <a:cubicBezTo>
                  <a:pt x="2432" y="122"/>
                  <a:pt x="2432" y="122"/>
                  <a:pt x="2432" y="122"/>
                </a:cubicBezTo>
                <a:cubicBezTo>
                  <a:pt x="2400" y="124"/>
                  <a:pt x="2399" y="124"/>
                  <a:pt x="2387" y="112"/>
                </a:cubicBezTo>
                <a:cubicBezTo>
                  <a:pt x="2378" y="102"/>
                  <a:pt x="2368" y="98"/>
                  <a:pt x="2343" y="93"/>
                </a:cubicBezTo>
                <a:cubicBezTo>
                  <a:pt x="2303" y="86"/>
                  <a:pt x="2267" y="83"/>
                  <a:pt x="2217" y="82"/>
                </a:cubicBezTo>
                <a:cubicBezTo>
                  <a:pt x="2213" y="82"/>
                  <a:pt x="2199" y="78"/>
                  <a:pt x="2186" y="74"/>
                </a:cubicBezTo>
                <a:cubicBezTo>
                  <a:pt x="2172" y="71"/>
                  <a:pt x="2156" y="67"/>
                  <a:pt x="2149" y="68"/>
                </a:cubicBezTo>
                <a:cubicBezTo>
                  <a:pt x="2143" y="68"/>
                  <a:pt x="2135" y="66"/>
                  <a:pt x="2133" y="64"/>
                </a:cubicBezTo>
                <a:cubicBezTo>
                  <a:pt x="2130" y="61"/>
                  <a:pt x="2108" y="59"/>
                  <a:pt x="2084" y="59"/>
                </a:cubicBezTo>
                <a:cubicBezTo>
                  <a:pt x="2060" y="59"/>
                  <a:pt x="2030" y="56"/>
                  <a:pt x="2019" y="53"/>
                </a:cubicBezTo>
                <a:cubicBezTo>
                  <a:pt x="2007" y="50"/>
                  <a:pt x="1992" y="47"/>
                  <a:pt x="1986" y="47"/>
                </a:cubicBezTo>
                <a:cubicBezTo>
                  <a:pt x="1980" y="47"/>
                  <a:pt x="1973" y="46"/>
                  <a:pt x="1971" y="43"/>
                </a:cubicBezTo>
                <a:cubicBezTo>
                  <a:pt x="1969" y="40"/>
                  <a:pt x="1967" y="40"/>
                  <a:pt x="1965" y="44"/>
                </a:cubicBezTo>
                <a:cubicBezTo>
                  <a:pt x="1962" y="49"/>
                  <a:pt x="1955" y="49"/>
                  <a:pt x="1926" y="44"/>
                </a:cubicBezTo>
                <a:cubicBezTo>
                  <a:pt x="1906" y="40"/>
                  <a:pt x="1887" y="38"/>
                  <a:pt x="1884" y="40"/>
                </a:cubicBezTo>
                <a:cubicBezTo>
                  <a:pt x="1880" y="41"/>
                  <a:pt x="1874" y="39"/>
                  <a:pt x="1870" y="35"/>
                </a:cubicBezTo>
                <a:cubicBezTo>
                  <a:pt x="1862" y="28"/>
                  <a:pt x="1851" y="27"/>
                  <a:pt x="1810" y="32"/>
                </a:cubicBezTo>
                <a:cubicBezTo>
                  <a:pt x="1796" y="33"/>
                  <a:pt x="1790" y="32"/>
                  <a:pt x="1786" y="27"/>
                </a:cubicBezTo>
                <a:cubicBezTo>
                  <a:pt x="1778" y="17"/>
                  <a:pt x="1743" y="11"/>
                  <a:pt x="1729" y="17"/>
                </a:cubicBezTo>
                <a:cubicBezTo>
                  <a:pt x="1714" y="23"/>
                  <a:pt x="1704" y="23"/>
                  <a:pt x="1696" y="16"/>
                </a:cubicBezTo>
                <a:cubicBezTo>
                  <a:pt x="1691" y="11"/>
                  <a:pt x="1689" y="11"/>
                  <a:pt x="1688" y="15"/>
                </a:cubicBezTo>
                <a:cubicBezTo>
                  <a:pt x="1687" y="19"/>
                  <a:pt x="1684" y="18"/>
                  <a:pt x="1679" y="13"/>
                </a:cubicBezTo>
                <a:cubicBezTo>
                  <a:pt x="1672" y="7"/>
                  <a:pt x="1667" y="6"/>
                  <a:pt x="1651" y="9"/>
                </a:cubicBezTo>
                <a:cubicBezTo>
                  <a:pt x="1641" y="11"/>
                  <a:pt x="1631" y="14"/>
                  <a:pt x="1629" y="17"/>
                </a:cubicBezTo>
                <a:cubicBezTo>
                  <a:pt x="1627" y="20"/>
                  <a:pt x="1623" y="20"/>
                  <a:pt x="1614" y="17"/>
                </a:cubicBezTo>
                <a:cubicBezTo>
                  <a:pt x="1608" y="15"/>
                  <a:pt x="1598" y="13"/>
                  <a:pt x="1592" y="13"/>
                </a:cubicBezTo>
                <a:cubicBezTo>
                  <a:pt x="1586" y="14"/>
                  <a:pt x="1573" y="12"/>
                  <a:pt x="1564" y="9"/>
                </a:cubicBezTo>
                <a:cubicBezTo>
                  <a:pt x="1547" y="5"/>
                  <a:pt x="1522" y="2"/>
                  <a:pt x="1505" y="2"/>
                </a:cubicBezTo>
                <a:cubicBezTo>
                  <a:pt x="1500" y="2"/>
                  <a:pt x="1464" y="4"/>
                  <a:pt x="1424" y="5"/>
                </a:cubicBezTo>
                <a:cubicBezTo>
                  <a:pt x="1385" y="6"/>
                  <a:pt x="1327" y="7"/>
                  <a:pt x="1297" y="6"/>
                </a:cubicBezTo>
                <a:cubicBezTo>
                  <a:pt x="1267" y="5"/>
                  <a:pt x="1211" y="6"/>
                  <a:pt x="1174" y="7"/>
                </a:cubicBezTo>
                <a:cubicBezTo>
                  <a:pt x="1137" y="9"/>
                  <a:pt x="1101" y="11"/>
                  <a:pt x="1094" y="11"/>
                </a:cubicBezTo>
                <a:cubicBezTo>
                  <a:pt x="1057" y="12"/>
                  <a:pt x="1036" y="10"/>
                  <a:pt x="1032" y="5"/>
                </a:cubicBezTo>
                <a:cubicBezTo>
                  <a:pt x="1029" y="0"/>
                  <a:pt x="1027" y="0"/>
                  <a:pt x="1025" y="3"/>
                </a:cubicBezTo>
                <a:cubicBezTo>
                  <a:pt x="1021" y="10"/>
                  <a:pt x="942" y="15"/>
                  <a:pt x="796" y="20"/>
                </a:cubicBezTo>
                <a:cubicBezTo>
                  <a:pt x="736" y="22"/>
                  <a:pt x="686" y="25"/>
                  <a:pt x="684" y="28"/>
                </a:cubicBezTo>
                <a:cubicBezTo>
                  <a:pt x="681" y="30"/>
                  <a:pt x="657" y="33"/>
                  <a:pt x="631" y="34"/>
                </a:cubicBezTo>
                <a:cubicBezTo>
                  <a:pt x="572" y="37"/>
                  <a:pt x="500" y="53"/>
                  <a:pt x="500" y="63"/>
                </a:cubicBezTo>
                <a:cubicBezTo>
                  <a:pt x="500" y="70"/>
                  <a:pt x="481" y="69"/>
                  <a:pt x="462" y="60"/>
                </a:cubicBezTo>
                <a:cubicBezTo>
                  <a:pt x="444" y="53"/>
                  <a:pt x="423" y="54"/>
                  <a:pt x="413" y="62"/>
                </a:cubicBezTo>
                <a:cubicBezTo>
                  <a:pt x="411" y="64"/>
                  <a:pt x="400" y="67"/>
                  <a:pt x="389" y="69"/>
                </a:cubicBezTo>
                <a:cubicBezTo>
                  <a:pt x="373" y="72"/>
                  <a:pt x="369" y="71"/>
                  <a:pt x="369" y="66"/>
                </a:cubicBezTo>
                <a:cubicBezTo>
                  <a:pt x="369" y="62"/>
                  <a:pt x="365" y="58"/>
                  <a:pt x="361" y="57"/>
                </a:cubicBezTo>
                <a:cubicBezTo>
                  <a:pt x="352" y="55"/>
                  <a:pt x="322" y="67"/>
                  <a:pt x="323" y="73"/>
                </a:cubicBezTo>
                <a:cubicBezTo>
                  <a:pt x="323" y="75"/>
                  <a:pt x="317" y="77"/>
                  <a:pt x="310" y="78"/>
                </a:cubicBezTo>
                <a:cubicBezTo>
                  <a:pt x="302" y="78"/>
                  <a:pt x="294" y="81"/>
                  <a:pt x="290" y="87"/>
                </a:cubicBezTo>
                <a:cubicBezTo>
                  <a:pt x="285" y="93"/>
                  <a:pt x="276" y="96"/>
                  <a:pt x="258" y="98"/>
                </a:cubicBezTo>
                <a:cubicBezTo>
                  <a:pt x="244" y="99"/>
                  <a:pt x="223" y="103"/>
                  <a:pt x="212" y="106"/>
                </a:cubicBezTo>
                <a:cubicBezTo>
                  <a:pt x="160" y="119"/>
                  <a:pt x="152" y="121"/>
                  <a:pt x="141" y="119"/>
                </a:cubicBezTo>
                <a:cubicBezTo>
                  <a:pt x="135" y="117"/>
                  <a:pt x="129" y="119"/>
                  <a:pt x="127" y="121"/>
                </a:cubicBezTo>
                <a:cubicBezTo>
                  <a:pt x="126" y="124"/>
                  <a:pt x="119" y="125"/>
                  <a:pt x="110" y="124"/>
                </a:cubicBezTo>
                <a:cubicBezTo>
                  <a:pt x="87" y="120"/>
                  <a:pt x="60" y="133"/>
                  <a:pt x="53" y="150"/>
                </a:cubicBezTo>
                <a:cubicBezTo>
                  <a:pt x="50" y="160"/>
                  <a:pt x="50" y="164"/>
                  <a:pt x="53" y="165"/>
                </a:cubicBezTo>
                <a:cubicBezTo>
                  <a:pt x="65" y="168"/>
                  <a:pt x="59" y="178"/>
                  <a:pt x="45" y="180"/>
                </a:cubicBezTo>
                <a:cubicBezTo>
                  <a:pt x="24" y="181"/>
                  <a:pt x="19" y="181"/>
                  <a:pt x="9" y="178"/>
                </a:cubicBezTo>
                <a:cubicBezTo>
                  <a:pt x="9" y="178"/>
                  <a:pt x="9" y="178"/>
                  <a:pt x="9" y="178"/>
                </a:cubicBezTo>
                <a:cubicBezTo>
                  <a:pt x="2" y="176"/>
                  <a:pt x="0" y="177"/>
                  <a:pt x="0" y="182"/>
                </a:cubicBezTo>
                <a:cubicBezTo>
                  <a:pt x="0" y="186"/>
                  <a:pt x="2" y="189"/>
                  <a:pt x="3" y="189"/>
                </a:cubicBezTo>
                <a:cubicBezTo>
                  <a:pt x="8" y="189"/>
                  <a:pt x="22" y="216"/>
                  <a:pt x="22" y="224"/>
                </a:cubicBezTo>
                <a:cubicBezTo>
                  <a:pt x="22" y="227"/>
                  <a:pt x="28" y="234"/>
                  <a:pt x="35" y="240"/>
                </a:cubicBezTo>
                <a:cubicBezTo>
                  <a:pt x="42" y="245"/>
                  <a:pt x="48" y="254"/>
                  <a:pt x="49" y="260"/>
                </a:cubicBezTo>
                <a:cubicBezTo>
                  <a:pt x="50" y="266"/>
                  <a:pt x="56" y="272"/>
                  <a:pt x="63" y="275"/>
                </a:cubicBezTo>
                <a:cubicBezTo>
                  <a:pt x="73" y="279"/>
                  <a:pt x="75" y="283"/>
                  <a:pt x="75" y="292"/>
                </a:cubicBezTo>
                <a:cubicBezTo>
                  <a:pt x="74" y="299"/>
                  <a:pt x="77" y="308"/>
                  <a:pt x="83" y="315"/>
                </a:cubicBezTo>
                <a:cubicBezTo>
                  <a:pt x="88" y="321"/>
                  <a:pt x="94" y="332"/>
                  <a:pt x="96" y="338"/>
                </a:cubicBezTo>
                <a:cubicBezTo>
                  <a:pt x="99" y="350"/>
                  <a:pt x="99" y="350"/>
                  <a:pt x="99" y="350"/>
                </a:cubicBezTo>
                <a:cubicBezTo>
                  <a:pt x="135" y="349"/>
                  <a:pt x="135" y="349"/>
                  <a:pt x="135" y="349"/>
                </a:cubicBezTo>
                <a:cubicBezTo>
                  <a:pt x="161" y="347"/>
                  <a:pt x="172" y="348"/>
                  <a:pt x="173" y="352"/>
                </a:cubicBezTo>
                <a:cubicBezTo>
                  <a:pt x="175" y="355"/>
                  <a:pt x="172" y="357"/>
                  <a:pt x="166" y="357"/>
                </a:cubicBezTo>
                <a:cubicBezTo>
                  <a:pt x="161" y="357"/>
                  <a:pt x="158" y="360"/>
                  <a:pt x="158" y="365"/>
                </a:cubicBezTo>
                <a:cubicBezTo>
                  <a:pt x="158" y="378"/>
                  <a:pt x="151" y="384"/>
                  <a:pt x="137" y="385"/>
                </a:cubicBezTo>
                <a:cubicBezTo>
                  <a:pt x="125" y="386"/>
                  <a:pt x="122" y="388"/>
                  <a:pt x="121" y="396"/>
                </a:cubicBezTo>
                <a:cubicBezTo>
                  <a:pt x="121" y="403"/>
                  <a:pt x="123" y="405"/>
                  <a:pt x="129" y="405"/>
                </a:cubicBezTo>
                <a:cubicBezTo>
                  <a:pt x="134" y="405"/>
                  <a:pt x="139" y="402"/>
                  <a:pt x="141" y="398"/>
                </a:cubicBezTo>
                <a:cubicBezTo>
                  <a:pt x="144" y="392"/>
                  <a:pt x="145" y="392"/>
                  <a:pt x="150" y="397"/>
                </a:cubicBezTo>
                <a:cubicBezTo>
                  <a:pt x="154" y="403"/>
                  <a:pt x="154" y="405"/>
                  <a:pt x="147" y="409"/>
                </a:cubicBezTo>
                <a:cubicBezTo>
                  <a:pt x="135" y="415"/>
                  <a:pt x="136" y="426"/>
                  <a:pt x="149" y="426"/>
                </a:cubicBezTo>
                <a:cubicBezTo>
                  <a:pt x="155" y="425"/>
                  <a:pt x="160" y="423"/>
                  <a:pt x="162" y="421"/>
                </a:cubicBezTo>
                <a:cubicBezTo>
                  <a:pt x="165" y="414"/>
                  <a:pt x="172" y="420"/>
                  <a:pt x="170" y="427"/>
                </a:cubicBezTo>
                <a:cubicBezTo>
                  <a:pt x="169" y="431"/>
                  <a:pt x="170" y="433"/>
                  <a:pt x="172" y="433"/>
                </a:cubicBezTo>
                <a:cubicBezTo>
                  <a:pt x="175" y="433"/>
                  <a:pt x="177" y="436"/>
                  <a:pt x="177" y="440"/>
                </a:cubicBezTo>
                <a:cubicBezTo>
                  <a:pt x="177" y="443"/>
                  <a:pt x="175" y="446"/>
                  <a:pt x="173" y="446"/>
                </a:cubicBezTo>
                <a:cubicBezTo>
                  <a:pt x="165" y="446"/>
                  <a:pt x="169" y="455"/>
                  <a:pt x="179" y="458"/>
                </a:cubicBezTo>
                <a:cubicBezTo>
                  <a:pt x="185" y="460"/>
                  <a:pt x="191" y="464"/>
                  <a:pt x="193" y="466"/>
                </a:cubicBezTo>
                <a:cubicBezTo>
                  <a:pt x="194" y="469"/>
                  <a:pt x="203" y="469"/>
                  <a:pt x="213" y="468"/>
                </a:cubicBezTo>
                <a:cubicBezTo>
                  <a:pt x="223" y="466"/>
                  <a:pt x="242" y="466"/>
                  <a:pt x="256" y="468"/>
                </a:cubicBezTo>
                <a:cubicBezTo>
                  <a:pt x="270" y="470"/>
                  <a:pt x="287" y="470"/>
                  <a:pt x="294" y="467"/>
                </a:cubicBezTo>
                <a:cubicBezTo>
                  <a:pt x="310" y="462"/>
                  <a:pt x="317" y="466"/>
                  <a:pt x="306" y="474"/>
                </a:cubicBezTo>
                <a:cubicBezTo>
                  <a:pt x="301" y="478"/>
                  <a:pt x="297" y="483"/>
                  <a:pt x="297" y="487"/>
                </a:cubicBezTo>
                <a:cubicBezTo>
                  <a:pt x="297" y="494"/>
                  <a:pt x="319" y="495"/>
                  <a:pt x="369" y="490"/>
                </a:cubicBezTo>
                <a:cubicBezTo>
                  <a:pt x="391" y="487"/>
                  <a:pt x="422" y="484"/>
                  <a:pt x="437" y="483"/>
                </a:cubicBezTo>
                <a:cubicBezTo>
                  <a:pt x="452" y="481"/>
                  <a:pt x="473" y="478"/>
                  <a:pt x="483" y="475"/>
                </a:cubicBezTo>
                <a:cubicBezTo>
                  <a:pt x="494" y="472"/>
                  <a:pt x="507" y="471"/>
                  <a:pt x="512" y="472"/>
                </a:cubicBezTo>
                <a:cubicBezTo>
                  <a:pt x="518" y="474"/>
                  <a:pt x="525" y="472"/>
                  <a:pt x="529" y="468"/>
                </a:cubicBezTo>
                <a:cubicBezTo>
                  <a:pt x="537" y="461"/>
                  <a:pt x="585" y="449"/>
                  <a:pt x="595" y="453"/>
                </a:cubicBezTo>
                <a:cubicBezTo>
                  <a:pt x="599" y="454"/>
                  <a:pt x="604" y="453"/>
                  <a:pt x="608" y="450"/>
                </a:cubicBezTo>
                <a:cubicBezTo>
                  <a:pt x="611" y="446"/>
                  <a:pt x="621" y="445"/>
                  <a:pt x="632" y="446"/>
                </a:cubicBezTo>
                <a:cubicBezTo>
                  <a:pt x="643" y="447"/>
                  <a:pt x="653" y="445"/>
                  <a:pt x="656" y="443"/>
                </a:cubicBezTo>
                <a:cubicBezTo>
                  <a:pt x="658" y="440"/>
                  <a:pt x="683" y="438"/>
                  <a:pt x="720" y="437"/>
                </a:cubicBezTo>
                <a:cubicBezTo>
                  <a:pt x="821" y="435"/>
                  <a:pt x="834" y="434"/>
                  <a:pt x="878" y="430"/>
                </a:cubicBezTo>
                <a:cubicBezTo>
                  <a:pt x="901" y="428"/>
                  <a:pt x="936" y="426"/>
                  <a:pt x="955" y="426"/>
                </a:cubicBezTo>
                <a:cubicBezTo>
                  <a:pt x="976" y="426"/>
                  <a:pt x="990" y="424"/>
                  <a:pt x="992" y="421"/>
                </a:cubicBezTo>
                <a:cubicBezTo>
                  <a:pt x="993" y="419"/>
                  <a:pt x="997" y="418"/>
                  <a:pt x="1000" y="420"/>
                </a:cubicBezTo>
                <a:cubicBezTo>
                  <a:pt x="1003" y="421"/>
                  <a:pt x="1059" y="422"/>
                  <a:pt x="1125" y="420"/>
                </a:cubicBezTo>
                <a:cubicBezTo>
                  <a:pt x="1279" y="417"/>
                  <a:pt x="1351" y="417"/>
                  <a:pt x="1375" y="420"/>
                </a:cubicBezTo>
                <a:cubicBezTo>
                  <a:pt x="1386" y="421"/>
                  <a:pt x="1428" y="421"/>
                  <a:pt x="1468" y="419"/>
                </a:cubicBezTo>
                <a:cubicBezTo>
                  <a:pt x="1509" y="418"/>
                  <a:pt x="1549" y="418"/>
                  <a:pt x="1557" y="420"/>
                </a:cubicBezTo>
                <a:cubicBezTo>
                  <a:pt x="1566" y="422"/>
                  <a:pt x="1591" y="424"/>
                  <a:pt x="1613" y="424"/>
                </a:cubicBezTo>
                <a:cubicBezTo>
                  <a:pt x="1635" y="425"/>
                  <a:pt x="1666" y="427"/>
                  <a:pt x="1682" y="429"/>
                </a:cubicBezTo>
                <a:cubicBezTo>
                  <a:pt x="1698" y="432"/>
                  <a:pt x="1716" y="432"/>
                  <a:pt x="1722" y="430"/>
                </a:cubicBezTo>
                <a:cubicBezTo>
                  <a:pt x="1728" y="428"/>
                  <a:pt x="1735" y="427"/>
                  <a:pt x="1736" y="427"/>
                </a:cubicBezTo>
                <a:cubicBezTo>
                  <a:pt x="1738" y="427"/>
                  <a:pt x="1756" y="428"/>
                  <a:pt x="1776" y="428"/>
                </a:cubicBezTo>
                <a:cubicBezTo>
                  <a:pt x="1796" y="429"/>
                  <a:pt x="1816" y="431"/>
                  <a:pt x="1821" y="434"/>
                </a:cubicBezTo>
                <a:cubicBezTo>
                  <a:pt x="1825" y="436"/>
                  <a:pt x="1829" y="437"/>
                  <a:pt x="1829" y="436"/>
                </a:cubicBezTo>
                <a:cubicBezTo>
                  <a:pt x="1829" y="435"/>
                  <a:pt x="1835" y="436"/>
                  <a:pt x="1843" y="438"/>
                </a:cubicBezTo>
                <a:cubicBezTo>
                  <a:pt x="1865" y="444"/>
                  <a:pt x="1941" y="451"/>
                  <a:pt x="1949" y="448"/>
                </a:cubicBezTo>
                <a:cubicBezTo>
                  <a:pt x="1953" y="447"/>
                  <a:pt x="1963" y="448"/>
                  <a:pt x="1970" y="452"/>
                </a:cubicBezTo>
                <a:cubicBezTo>
                  <a:pt x="1999" y="463"/>
                  <a:pt x="2119" y="472"/>
                  <a:pt x="2124" y="463"/>
                </a:cubicBezTo>
                <a:cubicBezTo>
                  <a:pt x="2126" y="460"/>
                  <a:pt x="2131" y="458"/>
                  <a:pt x="2135" y="458"/>
                </a:cubicBezTo>
                <a:cubicBezTo>
                  <a:pt x="2143" y="458"/>
                  <a:pt x="2143" y="458"/>
                  <a:pt x="2138" y="464"/>
                </a:cubicBezTo>
                <a:cubicBezTo>
                  <a:pt x="2127" y="476"/>
                  <a:pt x="2130" y="479"/>
                  <a:pt x="2150" y="479"/>
                </a:cubicBezTo>
                <a:cubicBezTo>
                  <a:pt x="2160" y="478"/>
                  <a:pt x="2177" y="481"/>
                  <a:pt x="2187" y="486"/>
                </a:cubicBezTo>
                <a:cubicBezTo>
                  <a:pt x="2209" y="495"/>
                  <a:pt x="2249" y="495"/>
                  <a:pt x="2270" y="487"/>
                </a:cubicBezTo>
                <a:cubicBezTo>
                  <a:pt x="2281" y="482"/>
                  <a:pt x="2287" y="483"/>
                  <a:pt x="2304" y="489"/>
                </a:cubicBezTo>
                <a:cubicBezTo>
                  <a:pt x="2315" y="492"/>
                  <a:pt x="2333" y="495"/>
                  <a:pt x="2343" y="495"/>
                </a:cubicBezTo>
                <a:cubicBezTo>
                  <a:pt x="2354" y="494"/>
                  <a:pt x="2365" y="496"/>
                  <a:pt x="2368" y="498"/>
                </a:cubicBezTo>
                <a:cubicBezTo>
                  <a:pt x="2377" y="505"/>
                  <a:pt x="2381" y="498"/>
                  <a:pt x="2377" y="481"/>
                </a:cubicBezTo>
                <a:cubicBezTo>
                  <a:pt x="2374" y="472"/>
                  <a:pt x="2372" y="463"/>
                  <a:pt x="2372" y="460"/>
                </a:cubicBezTo>
                <a:cubicBezTo>
                  <a:pt x="2372" y="454"/>
                  <a:pt x="2391" y="452"/>
                  <a:pt x="2395" y="458"/>
                </a:cubicBezTo>
                <a:cubicBezTo>
                  <a:pt x="2399" y="464"/>
                  <a:pt x="2419" y="463"/>
                  <a:pt x="2427" y="457"/>
                </a:cubicBezTo>
                <a:cubicBezTo>
                  <a:pt x="2432" y="453"/>
                  <a:pt x="2432" y="452"/>
                  <a:pt x="2423" y="445"/>
                </a:cubicBezTo>
                <a:cubicBezTo>
                  <a:pt x="2418" y="440"/>
                  <a:pt x="2410" y="437"/>
                  <a:pt x="2407" y="437"/>
                </a:cubicBezTo>
                <a:cubicBezTo>
                  <a:pt x="2404" y="437"/>
                  <a:pt x="2401" y="434"/>
                  <a:pt x="2401" y="431"/>
                </a:cubicBezTo>
                <a:cubicBezTo>
                  <a:pt x="2401" y="426"/>
                  <a:pt x="2405" y="424"/>
                  <a:pt x="2412" y="424"/>
                </a:cubicBezTo>
                <a:cubicBezTo>
                  <a:pt x="2426" y="424"/>
                  <a:pt x="2432" y="427"/>
                  <a:pt x="2436" y="437"/>
                </a:cubicBezTo>
                <a:cubicBezTo>
                  <a:pt x="2439" y="444"/>
                  <a:pt x="2455" y="446"/>
                  <a:pt x="2464" y="440"/>
                </a:cubicBezTo>
                <a:cubicBezTo>
                  <a:pt x="2467" y="438"/>
                  <a:pt x="2464" y="433"/>
                  <a:pt x="2454" y="425"/>
                </a:cubicBezTo>
                <a:cubicBezTo>
                  <a:pt x="2430" y="406"/>
                  <a:pt x="2434" y="399"/>
                  <a:pt x="2468" y="400"/>
                </a:cubicBezTo>
                <a:cubicBezTo>
                  <a:pt x="2477" y="401"/>
                  <a:pt x="2480" y="398"/>
                  <a:pt x="2485" y="380"/>
                </a:cubicBezTo>
                <a:cubicBezTo>
                  <a:pt x="2492" y="360"/>
                  <a:pt x="2490" y="331"/>
                  <a:pt x="2482" y="326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/>
          <a:lstStyle/>
          <a:p>
            <a:endParaRPr lang="zh-CN" altLang="en-US"/>
          </a:p>
        </p:txBody>
      </p:sp>
      <p:grpSp>
        <p:nvGrpSpPr>
          <p:cNvPr id="85" name="组合 84"/>
          <p:cNvGrpSpPr/>
          <p:nvPr userDrawn="1"/>
        </p:nvGrpSpPr>
        <p:grpSpPr>
          <a:xfrm>
            <a:off x="8231786" y="1160463"/>
            <a:ext cx="3151707" cy="835719"/>
            <a:chOff x="713386" y="1446438"/>
            <a:chExt cx="3151707" cy="835719"/>
          </a:xfrm>
        </p:grpSpPr>
        <p:sp>
          <p:nvSpPr>
            <p:cNvPr id="86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90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29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0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1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4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5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6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138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39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0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1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2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3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4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5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6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7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8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49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0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1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2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3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4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5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6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7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8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59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0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1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2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3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164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165" name="图片 164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71" name="标题 1"/>
          <p:cNvSpPr>
            <a:spLocks noGrp="1"/>
          </p:cNvSpPr>
          <p:nvPr>
            <p:ph type="title" hasCustomPrompt="1"/>
          </p:nvPr>
        </p:nvSpPr>
        <p:spPr>
          <a:xfrm>
            <a:off x="5025985" y="2224064"/>
            <a:ext cx="6501514" cy="1446550"/>
          </a:xfrm>
          <a:noFill/>
        </p:spPr>
        <p:txBody>
          <a:bodyPr wrap="none" rtlCol="0">
            <a:noAutofit/>
          </a:bodyPr>
          <a:lstStyle>
            <a:lvl1pPr algn="r">
              <a:lnSpc>
                <a:spcPct val="100000"/>
              </a:lnSpc>
              <a:defRPr lang="zh-CN" altLang="en-US" sz="4400" b="1" dirty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</a:lstStyle>
          <a:p>
            <a:r>
              <a:rPr lang="zh-CN" altLang="en-US" sz="4400" b="1" dirty="0">
                <a:solidFill>
                  <a:schemeClr val="accent1"/>
                </a:solidFill>
              </a:rPr>
              <a:t>南京医科大学</a:t>
            </a:r>
            <a:br>
              <a:rPr lang="zh-CN" altLang="en-US" sz="4400" b="1" dirty="0">
                <a:solidFill>
                  <a:schemeClr val="accent1"/>
                </a:solidFill>
              </a:rPr>
            </a:br>
            <a:r>
              <a:rPr lang="zh-CN" altLang="en-US" sz="4400" b="1" dirty="0">
                <a:solidFill>
                  <a:schemeClr val="accent1"/>
                </a:solidFill>
              </a:rPr>
              <a:t>汇报答辩通用模板</a:t>
            </a:r>
          </a:p>
        </p:txBody>
      </p:sp>
      <p:sp>
        <p:nvSpPr>
          <p:cNvPr id="174" name="文本占位符 14"/>
          <p:cNvSpPr>
            <a:spLocks noGrp="1"/>
          </p:cNvSpPr>
          <p:nvPr>
            <p:ph type="body" sz="quarter" idx="14" hasCustomPrompt="1"/>
          </p:nvPr>
        </p:nvSpPr>
        <p:spPr>
          <a:xfrm>
            <a:off x="5791200" y="3902069"/>
            <a:ext cx="5731725" cy="424732"/>
          </a:xfrm>
        </p:spPr>
        <p:txBody>
          <a:bodyPr wrap="square">
            <a:spAutoFit/>
          </a:bodyPr>
          <a:lstStyle>
            <a:lvl1pPr marL="0" indent="0" algn="r">
              <a:buFontTx/>
              <a:buNone/>
              <a:defRPr sz="2400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汇报人：南小医  丨  导师：南大医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9BB3DEF-03C2-4CB0-8E8A-A07A4F1231A4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012825" y="2066925"/>
            <a:ext cx="4838700" cy="32258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75850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38FE39E0-CC6D-4261-9C83-8B845693C736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60400" y="1609725"/>
            <a:ext cx="4914451" cy="2744788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0" name="图片占位符 10"/>
          <p:cNvSpPr>
            <a:spLocks noGrp="1"/>
          </p:cNvSpPr>
          <p:nvPr>
            <p:ph type="pic" sz="quarter" idx="14"/>
          </p:nvPr>
        </p:nvSpPr>
        <p:spPr>
          <a:xfrm>
            <a:off x="6653172" y="1609725"/>
            <a:ext cx="4872712" cy="2744788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75850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55DDA9B-6BC2-4E91-8FA0-5FEC74992519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660400" y="1792288"/>
            <a:ext cx="3492500" cy="2108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2" name="图片占位符 9"/>
          <p:cNvSpPr>
            <a:spLocks noGrp="1"/>
          </p:cNvSpPr>
          <p:nvPr>
            <p:ph type="pic" sz="quarter" idx="14"/>
          </p:nvPr>
        </p:nvSpPr>
        <p:spPr>
          <a:xfrm>
            <a:off x="8018206" y="1792288"/>
            <a:ext cx="3492500" cy="2108200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3" name="图片占位符 9"/>
          <p:cNvSpPr>
            <a:spLocks noGrp="1"/>
          </p:cNvSpPr>
          <p:nvPr>
            <p:ph type="pic" sz="quarter" idx="15"/>
          </p:nvPr>
        </p:nvSpPr>
        <p:spPr>
          <a:xfrm>
            <a:off x="4349750" y="3887058"/>
            <a:ext cx="3492500" cy="2108200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75850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195FB69-D3F2-49DF-ACAE-AE874AACB1D1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1508125" y="1589088"/>
            <a:ext cx="4500563" cy="222091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4" name="图片占位符 10"/>
          <p:cNvSpPr>
            <a:spLocks noGrp="1"/>
          </p:cNvSpPr>
          <p:nvPr>
            <p:ph type="pic" sz="quarter" idx="14"/>
          </p:nvPr>
        </p:nvSpPr>
        <p:spPr>
          <a:xfrm>
            <a:off x="6179771" y="1589088"/>
            <a:ext cx="4500563" cy="222091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5" name="图片占位符 10"/>
          <p:cNvSpPr>
            <a:spLocks noGrp="1"/>
          </p:cNvSpPr>
          <p:nvPr>
            <p:ph type="pic" sz="quarter" idx="15"/>
          </p:nvPr>
        </p:nvSpPr>
        <p:spPr>
          <a:xfrm>
            <a:off x="1508125" y="3964932"/>
            <a:ext cx="4500563" cy="222091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6" name="图片占位符 10"/>
          <p:cNvSpPr>
            <a:spLocks noGrp="1"/>
          </p:cNvSpPr>
          <p:nvPr>
            <p:ph type="pic" sz="quarter" idx="16"/>
          </p:nvPr>
        </p:nvSpPr>
        <p:spPr>
          <a:xfrm>
            <a:off x="6179771" y="3964932"/>
            <a:ext cx="4500563" cy="2220912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D8794194-6DD5-4210-A652-F6C57567FA33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720725" y="3373438"/>
            <a:ext cx="1784350" cy="2554287"/>
          </a:xfrm>
          <a:prstGeom prst="roundRect">
            <a:avLst>
              <a:gd name="adj" fmla="val 3856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3" name="图片占位符 10"/>
          <p:cNvSpPr>
            <a:spLocks noGrp="1"/>
          </p:cNvSpPr>
          <p:nvPr>
            <p:ph type="pic" sz="quarter" idx="14"/>
          </p:nvPr>
        </p:nvSpPr>
        <p:spPr>
          <a:xfrm>
            <a:off x="2960278" y="3373438"/>
            <a:ext cx="1784350" cy="2554287"/>
          </a:xfrm>
          <a:prstGeom prst="roundRect">
            <a:avLst>
              <a:gd name="adj" fmla="val 3856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4" name="图片占位符 10"/>
          <p:cNvSpPr>
            <a:spLocks noGrp="1"/>
          </p:cNvSpPr>
          <p:nvPr>
            <p:ph type="pic" sz="quarter" idx="15"/>
          </p:nvPr>
        </p:nvSpPr>
        <p:spPr>
          <a:xfrm>
            <a:off x="5199830" y="3373438"/>
            <a:ext cx="1784350" cy="2554287"/>
          </a:xfrm>
          <a:prstGeom prst="roundRect">
            <a:avLst>
              <a:gd name="adj" fmla="val 3856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5" name="图片占位符 10"/>
          <p:cNvSpPr>
            <a:spLocks noGrp="1"/>
          </p:cNvSpPr>
          <p:nvPr>
            <p:ph type="pic" sz="quarter" idx="16"/>
          </p:nvPr>
        </p:nvSpPr>
        <p:spPr>
          <a:xfrm>
            <a:off x="7439383" y="3373438"/>
            <a:ext cx="1784350" cy="2554287"/>
          </a:xfrm>
          <a:prstGeom prst="roundRect">
            <a:avLst>
              <a:gd name="adj" fmla="val 3856"/>
            </a:avLst>
          </a:prstGeom>
        </p:spPr>
        <p:txBody>
          <a:bodyPr/>
          <a:lstStyle/>
          <a:p>
            <a:endParaRPr lang="zh-CN" altLang="en-US"/>
          </a:p>
        </p:txBody>
      </p:sp>
      <p:sp>
        <p:nvSpPr>
          <p:cNvPr id="96" name="图片占位符 10"/>
          <p:cNvSpPr>
            <a:spLocks noGrp="1"/>
          </p:cNvSpPr>
          <p:nvPr>
            <p:ph type="pic" sz="quarter" idx="17"/>
          </p:nvPr>
        </p:nvSpPr>
        <p:spPr>
          <a:xfrm>
            <a:off x="9678935" y="3373438"/>
            <a:ext cx="1784350" cy="2554287"/>
          </a:xfrm>
          <a:prstGeom prst="roundRect">
            <a:avLst>
              <a:gd name="adj" fmla="val 3856"/>
            </a:avLst>
          </a:prstGeo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11AA479B-24A8-4E4C-A9F5-39E3756F5FB2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046609" y="2507392"/>
            <a:ext cx="2761745" cy="2761745"/>
          </a:xfrm>
          <a:prstGeom prst="ellipse">
            <a:avLst/>
          </a:prstGeom>
          <a:ln w="28575">
            <a:solidFill>
              <a:schemeClr val="accent1"/>
            </a:solidFill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F02F530F-5526-491E-A412-74B340122D23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1090605" y="1449388"/>
            <a:ext cx="1714507" cy="2286000"/>
          </a:xfrm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0" name="图片占位符 10"/>
          <p:cNvSpPr>
            <a:spLocks noGrp="1"/>
          </p:cNvSpPr>
          <p:nvPr>
            <p:ph type="pic" sz="quarter" idx="14"/>
          </p:nvPr>
        </p:nvSpPr>
        <p:spPr>
          <a:xfrm>
            <a:off x="1090605" y="3972895"/>
            <a:ext cx="1714507" cy="2286000"/>
          </a:xfrm>
          <a:ln>
            <a:noFill/>
          </a:ln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CDA9951B-4873-4FD3-A3F9-1A9D42A0A79C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586479" y="1619386"/>
            <a:ext cx="1889760" cy="1889760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93" name="图片占位符 9"/>
          <p:cNvSpPr>
            <a:spLocks noGrp="1"/>
          </p:cNvSpPr>
          <p:nvPr>
            <p:ph type="pic" sz="quarter" idx="15"/>
          </p:nvPr>
        </p:nvSpPr>
        <p:spPr>
          <a:xfrm>
            <a:off x="8700151" y="1619386"/>
            <a:ext cx="1889760" cy="1889760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01" name="图片占位符 9"/>
          <p:cNvSpPr>
            <a:spLocks noGrp="1"/>
          </p:cNvSpPr>
          <p:nvPr>
            <p:ph type="pic" sz="quarter" idx="16"/>
          </p:nvPr>
        </p:nvSpPr>
        <p:spPr>
          <a:xfrm>
            <a:off x="5151120" y="1619386"/>
            <a:ext cx="1889760" cy="1889760"/>
          </a:xfrm>
          <a:prstGeom prst="ellipse">
            <a:avLst/>
          </a:prstGeom>
          <a:ln w="12700">
            <a:solidFill>
              <a:schemeClr val="bg1"/>
            </a:solidFill>
          </a:ln>
        </p:spPr>
        <p:txBody>
          <a:bodyPr/>
          <a:lstStyle/>
          <a:p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571DAC-6D93-4750-B1A6-7CD54D2E0F20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1" name="图片占位符 10"/>
          <p:cNvSpPr>
            <a:spLocks noGrp="1"/>
          </p:cNvSpPr>
          <p:nvPr>
            <p:ph type="pic" sz="quarter" idx="13"/>
          </p:nvPr>
        </p:nvSpPr>
        <p:spPr>
          <a:xfrm>
            <a:off x="660401" y="1968804"/>
            <a:ext cx="5051410" cy="3321687"/>
          </a:xfrm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571DAC-6D93-4750-B1A6-7CD54D2E0F20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媒体占位符 9"/>
          <p:cNvSpPr>
            <a:spLocks noGrp="1"/>
          </p:cNvSpPr>
          <p:nvPr>
            <p:ph type="media" sz="quarter" idx="13"/>
          </p:nvPr>
        </p:nvSpPr>
        <p:spPr>
          <a:xfrm>
            <a:off x="1832495" y="1719460"/>
            <a:ext cx="7133048" cy="4008239"/>
          </a:xfrm>
        </p:spPr>
        <p:txBody>
          <a:bodyPr/>
          <a:lstStyle/>
          <a:p>
            <a:endParaRPr lang="zh-CN" altLang="en-US"/>
          </a:p>
        </p:txBody>
      </p:sp>
      <p:pic>
        <p:nvPicPr>
          <p:cNvPr id="89" name="Picture 1"/>
          <p:cNvPicPr>
            <a:picLocks noChangeAspect="1"/>
          </p:cNvPicPr>
          <p:nvPr userDrawn="1"/>
        </p:nvPicPr>
        <p:blipFill>
          <a:blip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0" b="100000" l="0" r="100000">
                        <a14:foregroundMark x1="10927" y1="5606" x2="11101" y2="98636"/>
                        <a14:foregroundMark x1="10927" y1="3939" x2="89773" y2="4242"/>
                        <a14:foregroundMark x1="89948" y1="6364" x2="89948" y2="99242"/>
                        <a14:foregroundMark x1="874" y1="96515" x2="90297" y2="97273"/>
                        <a14:foregroundMark x1="12587" y1="98333" x2="31731" y2="99242"/>
                        <a14:foregroundMark x1="90472" y1="4394" x2="90647" y2="31515"/>
                        <a14:backgroundMark x1="17395" y1="13333" x2="86451" y2="85909"/>
                        <a14:backgroundMark x1="84528" y1="12424" x2="13811" y2="85152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0400" y="1392135"/>
            <a:ext cx="9466645" cy="4892414"/>
          </a:xfrm>
          <a:prstGeom prst="rect">
            <a:avLst/>
          </a:prstGeom>
        </p:spPr>
      </p:pic>
      <p:sp>
        <p:nvSpPr>
          <p:cNvPr id="90" name="Elipse 5"/>
          <p:cNvSpPr/>
          <p:nvPr userDrawn="1"/>
        </p:nvSpPr>
        <p:spPr bwMode="auto">
          <a:xfrm>
            <a:off x="924190" y="6227361"/>
            <a:ext cx="8939065" cy="169150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>
            <a:softEdge rad="38100"/>
          </a:effectLst>
        </p:spPr>
        <p:txBody>
          <a:bodyPr vert="horz" wrap="square" lIns="91440" tIns="45721" rIns="91440" bIns="45721" numCol="1" rtlCol="0" anchor="t" anchorCtr="0" compatLnSpc="1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es-ES_tradnl" sz="135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1161142" y="1746404"/>
            <a:ext cx="2307771" cy="4082896"/>
          </a:xfrm>
          <a:prstGeom prst="rect">
            <a:avLst/>
          </a:prstGeom>
          <a:solidFill>
            <a:srgbClr val="EDED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矩形 3"/>
          <p:cNvSpPr/>
          <p:nvPr userDrawn="1"/>
        </p:nvSpPr>
        <p:spPr>
          <a:xfrm>
            <a:off x="0" y="6629400"/>
            <a:ext cx="12192000" cy="228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690364" y="310997"/>
            <a:ext cx="10858500" cy="825807"/>
          </a:xfrm>
        </p:spPr>
        <p:txBody>
          <a:bodyPr>
            <a:normAutofit/>
          </a:bodyPr>
          <a:lstStyle>
            <a:lvl1pPr>
              <a:defRPr sz="3200" b="1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6" name="日期占位符 2"/>
          <p:cNvSpPr>
            <a:spLocks noGrp="1"/>
          </p:cNvSpPr>
          <p:nvPr>
            <p:ph type="dt" sz="half" idx="10"/>
          </p:nvPr>
        </p:nvSpPr>
        <p:spPr>
          <a:xfrm>
            <a:off x="8382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ED571DAC-6D93-4750-B1A6-7CD54D2E0F20}" type="datetime1">
              <a:rPr lang="zh-CN" altLang="en-US" smtClean="0"/>
              <a:t>2026/7/17</a:t>
            </a:fld>
            <a:endParaRPr lang="zh-CN" altLang="en-US" dirty="0"/>
          </a:p>
        </p:txBody>
      </p:sp>
      <p:sp>
        <p:nvSpPr>
          <p:cNvPr id="7" name="页脚占位符 3"/>
          <p:cNvSpPr>
            <a:spLocks noGrp="1"/>
          </p:cNvSpPr>
          <p:nvPr>
            <p:ph type="ftr" sz="quarter" idx="11"/>
          </p:nvPr>
        </p:nvSpPr>
        <p:spPr>
          <a:xfrm>
            <a:off x="4038600" y="6651523"/>
            <a:ext cx="41148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8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8610600" y="6651523"/>
            <a:ext cx="2743200" cy="200578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  <p:cxnSp>
        <p:nvCxnSpPr>
          <p:cNvPr id="9" name="直接连接符 8"/>
          <p:cNvCxnSpPr/>
          <p:nvPr userDrawn="1"/>
        </p:nvCxnSpPr>
        <p:spPr>
          <a:xfrm>
            <a:off x="660400" y="1028700"/>
            <a:ext cx="10858500" cy="0"/>
          </a:xfrm>
          <a:prstGeom prst="line">
            <a:avLst/>
          </a:prstGeom>
          <a:ln w="127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矩形 47"/>
          <p:cNvSpPr/>
          <p:nvPr userDrawn="1"/>
        </p:nvSpPr>
        <p:spPr>
          <a:xfrm>
            <a:off x="0" y="365164"/>
            <a:ext cx="3048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9" name="矩形 48"/>
          <p:cNvSpPr/>
          <p:nvPr userDrawn="1"/>
        </p:nvSpPr>
        <p:spPr>
          <a:xfrm>
            <a:off x="403225" y="365164"/>
            <a:ext cx="101600" cy="6635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50" name="组合 49"/>
          <p:cNvGrpSpPr/>
          <p:nvPr userDrawn="1"/>
        </p:nvGrpSpPr>
        <p:grpSpPr>
          <a:xfrm>
            <a:off x="9436099" y="412165"/>
            <a:ext cx="1942631" cy="515116"/>
            <a:chOff x="713386" y="1446438"/>
            <a:chExt cx="3151707" cy="835719"/>
          </a:xfrm>
        </p:grpSpPr>
        <p:sp>
          <p:nvSpPr>
            <p:cNvPr id="51" name="Freeform 270"/>
            <p:cNvSpPr/>
            <p:nvPr/>
          </p:nvSpPr>
          <p:spPr bwMode="auto">
            <a:xfrm>
              <a:off x="1607698" y="1539588"/>
              <a:ext cx="425371" cy="449771"/>
            </a:xfrm>
            <a:custGeom>
              <a:avLst/>
              <a:gdLst>
                <a:gd name="T0" fmla="*/ 441 w 1168"/>
                <a:gd name="T1" fmla="*/ 51 h 1232"/>
                <a:gd name="T2" fmla="*/ 449 w 1168"/>
                <a:gd name="T3" fmla="*/ 189 h 1232"/>
                <a:gd name="T4" fmla="*/ 358 w 1168"/>
                <a:gd name="T5" fmla="*/ 244 h 1232"/>
                <a:gd name="T6" fmla="*/ 240 w 1168"/>
                <a:gd name="T7" fmla="*/ 284 h 1232"/>
                <a:gd name="T8" fmla="*/ 206 w 1168"/>
                <a:gd name="T9" fmla="*/ 384 h 1232"/>
                <a:gd name="T10" fmla="*/ 423 w 1168"/>
                <a:gd name="T11" fmla="*/ 459 h 1232"/>
                <a:gd name="T12" fmla="*/ 436 w 1168"/>
                <a:gd name="T13" fmla="*/ 568 h 1232"/>
                <a:gd name="T14" fmla="*/ 355 w 1168"/>
                <a:gd name="T15" fmla="*/ 509 h 1232"/>
                <a:gd name="T16" fmla="*/ 286 w 1168"/>
                <a:gd name="T17" fmla="*/ 589 h 1232"/>
                <a:gd name="T18" fmla="*/ 178 w 1168"/>
                <a:gd name="T19" fmla="*/ 651 h 1232"/>
                <a:gd name="T20" fmla="*/ 118 w 1168"/>
                <a:gd name="T21" fmla="*/ 686 h 1232"/>
                <a:gd name="T22" fmla="*/ 48 w 1168"/>
                <a:gd name="T23" fmla="*/ 643 h 1232"/>
                <a:gd name="T24" fmla="*/ 2 w 1168"/>
                <a:gd name="T25" fmla="*/ 745 h 1232"/>
                <a:gd name="T26" fmla="*/ 4 w 1168"/>
                <a:gd name="T27" fmla="*/ 967 h 1232"/>
                <a:gd name="T28" fmla="*/ 32 w 1168"/>
                <a:gd name="T29" fmla="*/ 1075 h 1232"/>
                <a:gd name="T30" fmla="*/ 130 w 1168"/>
                <a:gd name="T31" fmla="*/ 1163 h 1232"/>
                <a:gd name="T32" fmla="*/ 157 w 1168"/>
                <a:gd name="T33" fmla="*/ 996 h 1232"/>
                <a:gd name="T34" fmla="*/ 122 w 1168"/>
                <a:gd name="T35" fmla="*/ 855 h 1232"/>
                <a:gd name="T36" fmla="*/ 134 w 1168"/>
                <a:gd name="T37" fmla="*/ 766 h 1232"/>
                <a:gd name="T38" fmla="*/ 278 w 1168"/>
                <a:gd name="T39" fmla="*/ 679 h 1232"/>
                <a:gd name="T40" fmla="*/ 326 w 1168"/>
                <a:gd name="T41" fmla="*/ 763 h 1232"/>
                <a:gd name="T42" fmla="*/ 220 w 1168"/>
                <a:gd name="T43" fmla="*/ 850 h 1232"/>
                <a:gd name="T44" fmla="*/ 328 w 1168"/>
                <a:gd name="T45" fmla="*/ 901 h 1232"/>
                <a:gd name="T46" fmla="*/ 423 w 1168"/>
                <a:gd name="T47" fmla="*/ 879 h 1232"/>
                <a:gd name="T48" fmla="*/ 355 w 1168"/>
                <a:gd name="T49" fmla="*/ 948 h 1232"/>
                <a:gd name="T50" fmla="*/ 323 w 1168"/>
                <a:gd name="T51" fmla="*/ 1076 h 1232"/>
                <a:gd name="T52" fmla="*/ 405 w 1168"/>
                <a:gd name="T53" fmla="*/ 1080 h 1232"/>
                <a:gd name="T54" fmla="*/ 479 w 1168"/>
                <a:gd name="T55" fmla="*/ 1139 h 1232"/>
                <a:gd name="T56" fmla="*/ 535 w 1168"/>
                <a:gd name="T57" fmla="*/ 1232 h 1232"/>
                <a:gd name="T58" fmla="*/ 594 w 1168"/>
                <a:gd name="T59" fmla="*/ 1075 h 1232"/>
                <a:gd name="T60" fmla="*/ 699 w 1168"/>
                <a:gd name="T61" fmla="*/ 985 h 1232"/>
                <a:gd name="T62" fmla="*/ 679 w 1168"/>
                <a:gd name="T63" fmla="*/ 883 h 1232"/>
                <a:gd name="T64" fmla="*/ 761 w 1168"/>
                <a:gd name="T65" fmla="*/ 785 h 1232"/>
                <a:gd name="T66" fmla="*/ 698 w 1168"/>
                <a:gd name="T67" fmla="*/ 686 h 1232"/>
                <a:gd name="T68" fmla="*/ 647 w 1168"/>
                <a:gd name="T69" fmla="*/ 674 h 1232"/>
                <a:gd name="T70" fmla="*/ 761 w 1168"/>
                <a:gd name="T71" fmla="*/ 578 h 1232"/>
                <a:gd name="T72" fmla="*/ 827 w 1168"/>
                <a:gd name="T73" fmla="*/ 580 h 1232"/>
                <a:gd name="T74" fmla="*/ 960 w 1168"/>
                <a:gd name="T75" fmla="*/ 616 h 1232"/>
                <a:gd name="T76" fmla="*/ 987 w 1168"/>
                <a:gd name="T77" fmla="*/ 702 h 1232"/>
                <a:gd name="T78" fmla="*/ 963 w 1168"/>
                <a:gd name="T79" fmla="*/ 887 h 1232"/>
                <a:gd name="T80" fmla="*/ 909 w 1168"/>
                <a:gd name="T81" fmla="*/ 1033 h 1232"/>
                <a:gd name="T82" fmla="*/ 806 w 1168"/>
                <a:gd name="T83" fmla="*/ 1036 h 1232"/>
                <a:gd name="T84" fmla="*/ 856 w 1168"/>
                <a:gd name="T85" fmla="*/ 1151 h 1232"/>
                <a:gd name="T86" fmla="*/ 922 w 1168"/>
                <a:gd name="T87" fmla="*/ 1220 h 1232"/>
                <a:gd name="T88" fmla="*/ 1037 w 1168"/>
                <a:gd name="T89" fmla="*/ 1168 h 1232"/>
                <a:gd name="T90" fmla="*/ 1131 w 1168"/>
                <a:gd name="T91" fmla="*/ 1015 h 1232"/>
                <a:gd name="T92" fmla="*/ 1141 w 1168"/>
                <a:gd name="T93" fmla="*/ 841 h 1232"/>
                <a:gd name="T94" fmla="*/ 1160 w 1168"/>
                <a:gd name="T95" fmla="*/ 687 h 1232"/>
                <a:gd name="T96" fmla="*/ 1149 w 1168"/>
                <a:gd name="T97" fmla="*/ 595 h 1232"/>
                <a:gd name="T98" fmla="*/ 1051 w 1168"/>
                <a:gd name="T99" fmla="*/ 519 h 1232"/>
                <a:gd name="T100" fmla="*/ 966 w 1168"/>
                <a:gd name="T101" fmla="*/ 497 h 1232"/>
                <a:gd name="T102" fmla="*/ 830 w 1168"/>
                <a:gd name="T103" fmla="*/ 496 h 1232"/>
                <a:gd name="T104" fmla="*/ 701 w 1168"/>
                <a:gd name="T105" fmla="*/ 455 h 1232"/>
                <a:gd name="T106" fmla="*/ 614 w 1168"/>
                <a:gd name="T107" fmla="*/ 498 h 1232"/>
                <a:gd name="T108" fmla="*/ 559 w 1168"/>
                <a:gd name="T109" fmla="*/ 526 h 1232"/>
                <a:gd name="T110" fmla="*/ 619 w 1168"/>
                <a:gd name="T111" fmla="*/ 417 h 1232"/>
                <a:gd name="T112" fmla="*/ 820 w 1168"/>
                <a:gd name="T113" fmla="*/ 321 h 1232"/>
                <a:gd name="T114" fmla="*/ 762 w 1168"/>
                <a:gd name="T115" fmla="*/ 187 h 1232"/>
                <a:gd name="T116" fmla="*/ 681 w 1168"/>
                <a:gd name="T117" fmla="*/ 181 h 1232"/>
                <a:gd name="T118" fmla="*/ 581 w 1168"/>
                <a:gd name="T119" fmla="*/ 7 h 1232"/>
                <a:gd name="T120" fmla="*/ 533 w 1168"/>
                <a:gd name="T121" fmla="*/ 3 h 123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1168" h="1232">
                  <a:moveTo>
                    <a:pt x="507" y="0"/>
                  </a:moveTo>
                  <a:cubicBezTo>
                    <a:pt x="505" y="0"/>
                    <a:pt x="503" y="0"/>
                    <a:pt x="502" y="1"/>
                  </a:cubicBezTo>
                  <a:cubicBezTo>
                    <a:pt x="489" y="3"/>
                    <a:pt x="476" y="7"/>
                    <a:pt x="467" y="14"/>
                  </a:cubicBezTo>
                  <a:cubicBezTo>
                    <a:pt x="456" y="24"/>
                    <a:pt x="449" y="38"/>
                    <a:pt x="441" y="51"/>
                  </a:cubicBezTo>
                  <a:cubicBezTo>
                    <a:pt x="438" y="56"/>
                    <a:pt x="434" y="63"/>
                    <a:pt x="435" y="69"/>
                  </a:cubicBezTo>
                  <a:cubicBezTo>
                    <a:pt x="436" y="83"/>
                    <a:pt x="440" y="97"/>
                    <a:pt x="442" y="111"/>
                  </a:cubicBezTo>
                  <a:cubicBezTo>
                    <a:pt x="444" y="124"/>
                    <a:pt x="446" y="137"/>
                    <a:pt x="447" y="150"/>
                  </a:cubicBezTo>
                  <a:cubicBezTo>
                    <a:pt x="448" y="163"/>
                    <a:pt x="446" y="177"/>
                    <a:pt x="449" y="189"/>
                  </a:cubicBezTo>
                  <a:cubicBezTo>
                    <a:pt x="454" y="211"/>
                    <a:pt x="450" y="226"/>
                    <a:pt x="430" y="235"/>
                  </a:cubicBezTo>
                  <a:cubicBezTo>
                    <a:pt x="428" y="236"/>
                    <a:pt x="425" y="236"/>
                    <a:pt x="422" y="236"/>
                  </a:cubicBezTo>
                  <a:cubicBezTo>
                    <a:pt x="410" y="238"/>
                    <a:pt x="398" y="239"/>
                    <a:pt x="386" y="241"/>
                  </a:cubicBezTo>
                  <a:cubicBezTo>
                    <a:pt x="377" y="242"/>
                    <a:pt x="368" y="243"/>
                    <a:pt x="358" y="244"/>
                  </a:cubicBezTo>
                  <a:cubicBezTo>
                    <a:pt x="355" y="245"/>
                    <a:pt x="350" y="246"/>
                    <a:pt x="345" y="248"/>
                  </a:cubicBezTo>
                  <a:cubicBezTo>
                    <a:pt x="334" y="252"/>
                    <a:pt x="323" y="256"/>
                    <a:pt x="312" y="260"/>
                  </a:cubicBezTo>
                  <a:cubicBezTo>
                    <a:pt x="295" y="265"/>
                    <a:pt x="278" y="271"/>
                    <a:pt x="262" y="276"/>
                  </a:cubicBezTo>
                  <a:cubicBezTo>
                    <a:pt x="254" y="279"/>
                    <a:pt x="247" y="282"/>
                    <a:pt x="240" y="284"/>
                  </a:cubicBezTo>
                  <a:cubicBezTo>
                    <a:pt x="230" y="287"/>
                    <a:pt x="218" y="289"/>
                    <a:pt x="209" y="294"/>
                  </a:cubicBezTo>
                  <a:cubicBezTo>
                    <a:pt x="197" y="300"/>
                    <a:pt x="176" y="298"/>
                    <a:pt x="178" y="320"/>
                  </a:cubicBezTo>
                  <a:cubicBezTo>
                    <a:pt x="179" y="325"/>
                    <a:pt x="179" y="330"/>
                    <a:pt x="179" y="334"/>
                  </a:cubicBezTo>
                  <a:cubicBezTo>
                    <a:pt x="179" y="356"/>
                    <a:pt x="191" y="371"/>
                    <a:pt x="206" y="384"/>
                  </a:cubicBezTo>
                  <a:cubicBezTo>
                    <a:pt x="219" y="394"/>
                    <a:pt x="234" y="402"/>
                    <a:pt x="248" y="410"/>
                  </a:cubicBezTo>
                  <a:cubicBezTo>
                    <a:pt x="269" y="420"/>
                    <a:pt x="290" y="430"/>
                    <a:pt x="311" y="437"/>
                  </a:cubicBezTo>
                  <a:cubicBezTo>
                    <a:pt x="342" y="445"/>
                    <a:pt x="373" y="452"/>
                    <a:pt x="405" y="453"/>
                  </a:cubicBezTo>
                  <a:cubicBezTo>
                    <a:pt x="411" y="453"/>
                    <a:pt x="418" y="456"/>
                    <a:pt x="423" y="459"/>
                  </a:cubicBezTo>
                  <a:cubicBezTo>
                    <a:pt x="426" y="461"/>
                    <a:pt x="425" y="468"/>
                    <a:pt x="425" y="472"/>
                  </a:cubicBezTo>
                  <a:cubicBezTo>
                    <a:pt x="430" y="494"/>
                    <a:pt x="434" y="517"/>
                    <a:pt x="438" y="540"/>
                  </a:cubicBezTo>
                  <a:cubicBezTo>
                    <a:pt x="440" y="547"/>
                    <a:pt x="441" y="554"/>
                    <a:pt x="441" y="560"/>
                  </a:cubicBezTo>
                  <a:cubicBezTo>
                    <a:pt x="441" y="563"/>
                    <a:pt x="437" y="568"/>
                    <a:pt x="436" y="568"/>
                  </a:cubicBezTo>
                  <a:cubicBezTo>
                    <a:pt x="436" y="568"/>
                    <a:pt x="436" y="568"/>
                    <a:pt x="436" y="567"/>
                  </a:cubicBezTo>
                  <a:cubicBezTo>
                    <a:pt x="422" y="565"/>
                    <a:pt x="406" y="565"/>
                    <a:pt x="395" y="557"/>
                  </a:cubicBezTo>
                  <a:cubicBezTo>
                    <a:pt x="384" y="549"/>
                    <a:pt x="378" y="534"/>
                    <a:pt x="370" y="522"/>
                  </a:cubicBezTo>
                  <a:cubicBezTo>
                    <a:pt x="366" y="517"/>
                    <a:pt x="361" y="510"/>
                    <a:pt x="355" y="509"/>
                  </a:cubicBezTo>
                  <a:cubicBezTo>
                    <a:pt x="352" y="508"/>
                    <a:pt x="349" y="508"/>
                    <a:pt x="346" y="508"/>
                  </a:cubicBezTo>
                  <a:cubicBezTo>
                    <a:pt x="329" y="508"/>
                    <a:pt x="307" y="515"/>
                    <a:pt x="301" y="533"/>
                  </a:cubicBezTo>
                  <a:cubicBezTo>
                    <a:pt x="297" y="544"/>
                    <a:pt x="295" y="555"/>
                    <a:pt x="292" y="566"/>
                  </a:cubicBezTo>
                  <a:cubicBezTo>
                    <a:pt x="290" y="574"/>
                    <a:pt x="287" y="581"/>
                    <a:pt x="286" y="589"/>
                  </a:cubicBezTo>
                  <a:cubicBezTo>
                    <a:pt x="284" y="609"/>
                    <a:pt x="282" y="613"/>
                    <a:pt x="262" y="617"/>
                  </a:cubicBezTo>
                  <a:cubicBezTo>
                    <a:pt x="259" y="618"/>
                    <a:pt x="256" y="620"/>
                    <a:pt x="253" y="622"/>
                  </a:cubicBezTo>
                  <a:cubicBezTo>
                    <a:pt x="249" y="624"/>
                    <a:pt x="246" y="627"/>
                    <a:pt x="243" y="628"/>
                  </a:cubicBezTo>
                  <a:cubicBezTo>
                    <a:pt x="219" y="630"/>
                    <a:pt x="199" y="643"/>
                    <a:pt x="178" y="651"/>
                  </a:cubicBezTo>
                  <a:cubicBezTo>
                    <a:pt x="163" y="657"/>
                    <a:pt x="151" y="667"/>
                    <a:pt x="137" y="675"/>
                  </a:cubicBezTo>
                  <a:cubicBezTo>
                    <a:pt x="134" y="677"/>
                    <a:pt x="130" y="677"/>
                    <a:pt x="126" y="678"/>
                  </a:cubicBezTo>
                  <a:cubicBezTo>
                    <a:pt x="123" y="681"/>
                    <a:pt x="120" y="686"/>
                    <a:pt x="118" y="686"/>
                  </a:cubicBezTo>
                  <a:cubicBezTo>
                    <a:pt x="118" y="686"/>
                    <a:pt x="118" y="686"/>
                    <a:pt x="118" y="686"/>
                  </a:cubicBezTo>
                  <a:cubicBezTo>
                    <a:pt x="114" y="686"/>
                    <a:pt x="109" y="683"/>
                    <a:pt x="107" y="680"/>
                  </a:cubicBezTo>
                  <a:cubicBezTo>
                    <a:pt x="97" y="666"/>
                    <a:pt x="87" y="654"/>
                    <a:pt x="70" y="649"/>
                  </a:cubicBezTo>
                  <a:cubicBezTo>
                    <a:pt x="65" y="647"/>
                    <a:pt x="60" y="646"/>
                    <a:pt x="54" y="644"/>
                  </a:cubicBezTo>
                  <a:cubicBezTo>
                    <a:pt x="52" y="644"/>
                    <a:pt x="50" y="643"/>
                    <a:pt x="48" y="643"/>
                  </a:cubicBezTo>
                  <a:cubicBezTo>
                    <a:pt x="38" y="643"/>
                    <a:pt x="26" y="649"/>
                    <a:pt x="22" y="655"/>
                  </a:cubicBezTo>
                  <a:cubicBezTo>
                    <a:pt x="20" y="660"/>
                    <a:pt x="17" y="665"/>
                    <a:pt x="15" y="670"/>
                  </a:cubicBezTo>
                  <a:cubicBezTo>
                    <a:pt x="11" y="680"/>
                    <a:pt x="1" y="686"/>
                    <a:pt x="2" y="699"/>
                  </a:cubicBezTo>
                  <a:cubicBezTo>
                    <a:pt x="4" y="714"/>
                    <a:pt x="2" y="730"/>
                    <a:pt x="2" y="745"/>
                  </a:cubicBezTo>
                  <a:cubicBezTo>
                    <a:pt x="2" y="754"/>
                    <a:pt x="3" y="762"/>
                    <a:pt x="2" y="770"/>
                  </a:cubicBezTo>
                  <a:cubicBezTo>
                    <a:pt x="2" y="797"/>
                    <a:pt x="0" y="824"/>
                    <a:pt x="0" y="850"/>
                  </a:cubicBezTo>
                  <a:cubicBezTo>
                    <a:pt x="0" y="880"/>
                    <a:pt x="1" y="910"/>
                    <a:pt x="2" y="940"/>
                  </a:cubicBezTo>
                  <a:cubicBezTo>
                    <a:pt x="2" y="949"/>
                    <a:pt x="3" y="958"/>
                    <a:pt x="4" y="967"/>
                  </a:cubicBezTo>
                  <a:cubicBezTo>
                    <a:pt x="5" y="983"/>
                    <a:pt x="7" y="998"/>
                    <a:pt x="8" y="1013"/>
                  </a:cubicBezTo>
                  <a:cubicBezTo>
                    <a:pt x="9" y="1018"/>
                    <a:pt x="7" y="1022"/>
                    <a:pt x="8" y="1026"/>
                  </a:cubicBezTo>
                  <a:cubicBezTo>
                    <a:pt x="11" y="1039"/>
                    <a:pt x="14" y="1052"/>
                    <a:pt x="24" y="1062"/>
                  </a:cubicBezTo>
                  <a:cubicBezTo>
                    <a:pt x="28" y="1065"/>
                    <a:pt x="30" y="1070"/>
                    <a:pt x="32" y="1075"/>
                  </a:cubicBezTo>
                  <a:cubicBezTo>
                    <a:pt x="37" y="1084"/>
                    <a:pt x="40" y="1095"/>
                    <a:pt x="46" y="1103"/>
                  </a:cubicBezTo>
                  <a:cubicBezTo>
                    <a:pt x="59" y="1118"/>
                    <a:pt x="73" y="1132"/>
                    <a:pt x="87" y="1147"/>
                  </a:cubicBezTo>
                  <a:cubicBezTo>
                    <a:pt x="95" y="1156"/>
                    <a:pt x="103" y="1167"/>
                    <a:pt x="116" y="1167"/>
                  </a:cubicBezTo>
                  <a:cubicBezTo>
                    <a:pt x="120" y="1167"/>
                    <a:pt x="125" y="1166"/>
                    <a:pt x="130" y="1163"/>
                  </a:cubicBezTo>
                  <a:cubicBezTo>
                    <a:pt x="141" y="1158"/>
                    <a:pt x="149" y="1150"/>
                    <a:pt x="151" y="1137"/>
                  </a:cubicBezTo>
                  <a:cubicBezTo>
                    <a:pt x="152" y="1118"/>
                    <a:pt x="152" y="1097"/>
                    <a:pt x="158" y="1078"/>
                  </a:cubicBezTo>
                  <a:cubicBezTo>
                    <a:pt x="166" y="1055"/>
                    <a:pt x="153" y="1034"/>
                    <a:pt x="156" y="1012"/>
                  </a:cubicBezTo>
                  <a:cubicBezTo>
                    <a:pt x="157" y="1007"/>
                    <a:pt x="158" y="1001"/>
                    <a:pt x="157" y="996"/>
                  </a:cubicBezTo>
                  <a:cubicBezTo>
                    <a:pt x="153" y="974"/>
                    <a:pt x="149" y="952"/>
                    <a:pt x="143" y="931"/>
                  </a:cubicBezTo>
                  <a:cubicBezTo>
                    <a:pt x="138" y="910"/>
                    <a:pt x="123" y="891"/>
                    <a:pt x="128" y="868"/>
                  </a:cubicBezTo>
                  <a:cubicBezTo>
                    <a:pt x="128" y="866"/>
                    <a:pt x="125" y="864"/>
                    <a:pt x="124" y="862"/>
                  </a:cubicBezTo>
                  <a:cubicBezTo>
                    <a:pt x="123" y="860"/>
                    <a:pt x="122" y="858"/>
                    <a:pt x="122" y="855"/>
                  </a:cubicBezTo>
                  <a:cubicBezTo>
                    <a:pt x="122" y="850"/>
                    <a:pt x="122" y="844"/>
                    <a:pt x="122" y="839"/>
                  </a:cubicBezTo>
                  <a:cubicBezTo>
                    <a:pt x="123" y="830"/>
                    <a:pt x="124" y="821"/>
                    <a:pt x="125" y="812"/>
                  </a:cubicBezTo>
                  <a:cubicBezTo>
                    <a:pt x="125" y="806"/>
                    <a:pt x="125" y="799"/>
                    <a:pt x="126" y="792"/>
                  </a:cubicBezTo>
                  <a:cubicBezTo>
                    <a:pt x="128" y="783"/>
                    <a:pt x="129" y="774"/>
                    <a:pt x="134" y="766"/>
                  </a:cubicBezTo>
                  <a:cubicBezTo>
                    <a:pt x="137" y="759"/>
                    <a:pt x="144" y="753"/>
                    <a:pt x="150" y="747"/>
                  </a:cubicBezTo>
                  <a:cubicBezTo>
                    <a:pt x="161" y="736"/>
                    <a:pt x="172" y="724"/>
                    <a:pt x="184" y="715"/>
                  </a:cubicBezTo>
                  <a:cubicBezTo>
                    <a:pt x="200" y="705"/>
                    <a:pt x="219" y="699"/>
                    <a:pt x="235" y="690"/>
                  </a:cubicBezTo>
                  <a:cubicBezTo>
                    <a:pt x="249" y="682"/>
                    <a:pt x="263" y="680"/>
                    <a:pt x="278" y="679"/>
                  </a:cubicBezTo>
                  <a:cubicBezTo>
                    <a:pt x="283" y="679"/>
                    <a:pt x="290" y="683"/>
                    <a:pt x="293" y="686"/>
                  </a:cubicBezTo>
                  <a:cubicBezTo>
                    <a:pt x="308" y="701"/>
                    <a:pt x="323" y="716"/>
                    <a:pt x="337" y="732"/>
                  </a:cubicBezTo>
                  <a:cubicBezTo>
                    <a:pt x="340" y="736"/>
                    <a:pt x="342" y="744"/>
                    <a:pt x="340" y="748"/>
                  </a:cubicBezTo>
                  <a:cubicBezTo>
                    <a:pt x="338" y="754"/>
                    <a:pt x="332" y="760"/>
                    <a:pt x="326" y="763"/>
                  </a:cubicBezTo>
                  <a:cubicBezTo>
                    <a:pt x="314" y="768"/>
                    <a:pt x="302" y="772"/>
                    <a:pt x="290" y="777"/>
                  </a:cubicBezTo>
                  <a:cubicBezTo>
                    <a:pt x="283" y="780"/>
                    <a:pt x="274" y="783"/>
                    <a:pt x="269" y="789"/>
                  </a:cubicBezTo>
                  <a:cubicBezTo>
                    <a:pt x="256" y="802"/>
                    <a:pt x="244" y="816"/>
                    <a:pt x="232" y="831"/>
                  </a:cubicBezTo>
                  <a:cubicBezTo>
                    <a:pt x="228" y="837"/>
                    <a:pt x="222" y="842"/>
                    <a:pt x="220" y="850"/>
                  </a:cubicBezTo>
                  <a:cubicBezTo>
                    <a:pt x="214" y="870"/>
                    <a:pt x="229" y="893"/>
                    <a:pt x="250" y="899"/>
                  </a:cubicBezTo>
                  <a:cubicBezTo>
                    <a:pt x="264" y="902"/>
                    <a:pt x="277" y="907"/>
                    <a:pt x="288" y="910"/>
                  </a:cubicBezTo>
                  <a:cubicBezTo>
                    <a:pt x="295" y="908"/>
                    <a:pt x="301" y="904"/>
                    <a:pt x="307" y="903"/>
                  </a:cubicBezTo>
                  <a:cubicBezTo>
                    <a:pt x="314" y="902"/>
                    <a:pt x="321" y="902"/>
                    <a:pt x="328" y="901"/>
                  </a:cubicBezTo>
                  <a:cubicBezTo>
                    <a:pt x="336" y="900"/>
                    <a:pt x="345" y="898"/>
                    <a:pt x="353" y="896"/>
                  </a:cubicBezTo>
                  <a:cubicBezTo>
                    <a:pt x="357" y="896"/>
                    <a:pt x="360" y="895"/>
                    <a:pt x="364" y="894"/>
                  </a:cubicBezTo>
                  <a:cubicBezTo>
                    <a:pt x="374" y="891"/>
                    <a:pt x="385" y="888"/>
                    <a:pt x="396" y="885"/>
                  </a:cubicBezTo>
                  <a:cubicBezTo>
                    <a:pt x="405" y="883"/>
                    <a:pt x="414" y="882"/>
                    <a:pt x="423" y="879"/>
                  </a:cubicBezTo>
                  <a:cubicBezTo>
                    <a:pt x="435" y="877"/>
                    <a:pt x="447" y="873"/>
                    <a:pt x="461" y="870"/>
                  </a:cubicBezTo>
                  <a:cubicBezTo>
                    <a:pt x="461" y="890"/>
                    <a:pt x="446" y="895"/>
                    <a:pt x="436" y="902"/>
                  </a:cubicBezTo>
                  <a:cubicBezTo>
                    <a:pt x="416" y="914"/>
                    <a:pt x="395" y="921"/>
                    <a:pt x="374" y="932"/>
                  </a:cubicBezTo>
                  <a:cubicBezTo>
                    <a:pt x="367" y="936"/>
                    <a:pt x="360" y="942"/>
                    <a:pt x="355" y="948"/>
                  </a:cubicBezTo>
                  <a:cubicBezTo>
                    <a:pt x="349" y="954"/>
                    <a:pt x="347" y="963"/>
                    <a:pt x="341" y="967"/>
                  </a:cubicBezTo>
                  <a:cubicBezTo>
                    <a:pt x="317" y="981"/>
                    <a:pt x="308" y="1004"/>
                    <a:pt x="300" y="1028"/>
                  </a:cubicBezTo>
                  <a:cubicBezTo>
                    <a:pt x="297" y="1036"/>
                    <a:pt x="296" y="1046"/>
                    <a:pt x="297" y="1054"/>
                  </a:cubicBezTo>
                  <a:cubicBezTo>
                    <a:pt x="299" y="1068"/>
                    <a:pt x="311" y="1072"/>
                    <a:pt x="323" y="1076"/>
                  </a:cubicBezTo>
                  <a:cubicBezTo>
                    <a:pt x="333" y="1078"/>
                    <a:pt x="344" y="1079"/>
                    <a:pt x="355" y="1080"/>
                  </a:cubicBezTo>
                  <a:cubicBezTo>
                    <a:pt x="365" y="1082"/>
                    <a:pt x="374" y="1084"/>
                    <a:pt x="384" y="1084"/>
                  </a:cubicBezTo>
                  <a:cubicBezTo>
                    <a:pt x="384" y="1084"/>
                    <a:pt x="384" y="1084"/>
                    <a:pt x="385" y="1084"/>
                  </a:cubicBezTo>
                  <a:cubicBezTo>
                    <a:pt x="391" y="1084"/>
                    <a:pt x="398" y="1081"/>
                    <a:pt x="405" y="1080"/>
                  </a:cubicBezTo>
                  <a:cubicBezTo>
                    <a:pt x="423" y="1078"/>
                    <a:pt x="441" y="1077"/>
                    <a:pt x="459" y="1074"/>
                  </a:cubicBezTo>
                  <a:cubicBezTo>
                    <a:pt x="461" y="1074"/>
                    <a:pt x="463" y="1074"/>
                    <a:pt x="464" y="1074"/>
                  </a:cubicBezTo>
                  <a:cubicBezTo>
                    <a:pt x="472" y="1074"/>
                    <a:pt x="476" y="1078"/>
                    <a:pt x="476" y="1088"/>
                  </a:cubicBezTo>
                  <a:cubicBezTo>
                    <a:pt x="477" y="1105"/>
                    <a:pt x="478" y="1122"/>
                    <a:pt x="479" y="1139"/>
                  </a:cubicBezTo>
                  <a:cubicBezTo>
                    <a:pt x="479" y="1142"/>
                    <a:pt x="480" y="1145"/>
                    <a:pt x="481" y="1147"/>
                  </a:cubicBezTo>
                  <a:cubicBezTo>
                    <a:pt x="487" y="1163"/>
                    <a:pt x="492" y="1179"/>
                    <a:pt x="499" y="1194"/>
                  </a:cubicBezTo>
                  <a:cubicBezTo>
                    <a:pt x="504" y="1205"/>
                    <a:pt x="511" y="1215"/>
                    <a:pt x="520" y="1224"/>
                  </a:cubicBezTo>
                  <a:cubicBezTo>
                    <a:pt x="524" y="1228"/>
                    <a:pt x="529" y="1232"/>
                    <a:pt x="535" y="1232"/>
                  </a:cubicBezTo>
                  <a:cubicBezTo>
                    <a:pt x="538" y="1232"/>
                    <a:pt x="541" y="1231"/>
                    <a:pt x="544" y="1229"/>
                  </a:cubicBezTo>
                  <a:cubicBezTo>
                    <a:pt x="554" y="1223"/>
                    <a:pt x="567" y="1216"/>
                    <a:pt x="571" y="1203"/>
                  </a:cubicBezTo>
                  <a:cubicBezTo>
                    <a:pt x="579" y="1180"/>
                    <a:pt x="587" y="1157"/>
                    <a:pt x="591" y="1133"/>
                  </a:cubicBezTo>
                  <a:cubicBezTo>
                    <a:pt x="595" y="1114"/>
                    <a:pt x="593" y="1094"/>
                    <a:pt x="594" y="1075"/>
                  </a:cubicBezTo>
                  <a:cubicBezTo>
                    <a:pt x="594" y="1065"/>
                    <a:pt x="595" y="1055"/>
                    <a:pt x="597" y="1046"/>
                  </a:cubicBezTo>
                  <a:cubicBezTo>
                    <a:pt x="599" y="1038"/>
                    <a:pt x="604" y="1029"/>
                    <a:pt x="610" y="1025"/>
                  </a:cubicBezTo>
                  <a:cubicBezTo>
                    <a:pt x="622" y="1018"/>
                    <a:pt x="635" y="1013"/>
                    <a:pt x="648" y="1007"/>
                  </a:cubicBezTo>
                  <a:cubicBezTo>
                    <a:pt x="665" y="1000"/>
                    <a:pt x="682" y="993"/>
                    <a:pt x="699" y="985"/>
                  </a:cubicBezTo>
                  <a:cubicBezTo>
                    <a:pt x="704" y="983"/>
                    <a:pt x="709" y="979"/>
                    <a:pt x="714" y="975"/>
                  </a:cubicBezTo>
                  <a:cubicBezTo>
                    <a:pt x="729" y="963"/>
                    <a:pt x="735" y="947"/>
                    <a:pt x="738" y="929"/>
                  </a:cubicBezTo>
                  <a:cubicBezTo>
                    <a:pt x="739" y="920"/>
                    <a:pt x="741" y="909"/>
                    <a:pt x="732" y="902"/>
                  </a:cubicBezTo>
                  <a:cubicBezTo>
                    <a:pt x="717" y="889"/>
                    <a:pt x="697" y="888"/>
                    <a:pt x="679" y="883"/>
                  </a:cubicBezTo>
                  <a:cubicBezTo>
                    <a:pt x="671" y="880"/>
                    <a:pt x="662" y="878"/>
                    <a:pt x="654" y="875"/>
                  </a:cubicBezTo>
                  <a:cubicBezTo>
                    <a:pt x="659" y="867"/>
                    <a:pt x="662" y="858"/>
                    <a:pt x="669" y="852"/>
                  </a:cubicBezTo>
                  <a:cubicBezTo>
                    <a:pt x="685" y="839"/>
                    <a:pt x="703" y="827"/>
                    <a:pt x="720" y="814"/>
                  </a:cubicBezTo>
                  <a:cubicBezTo>
                    <a:pt x="734" y="805"/>
                    <a:pt x="748" y="796"/>
                    <a:pt x="761" y="785"/>
                  </a:cubicBezTo>
                  <a:cubicBezTo>
                    <a:pt x="788" y="764"/>
                    <a:pt x="786" y="719"/>
                    <a:pt x="757" y="700"/>
                  </a:cubicBezTo>
                  <a:cubicBezTo>
                    <a:pt x="749" y="694"/>
                    <a:pt x="738" y="691"/>
                    <a:pt x="727" y="688"/>
                  </a:cubicBezTo>
                  <a:cubicBezTo>
                    <a:pt x="718" y="686"/>
                    <a:pt x="708" y="686"/>
                    <a:pt x="698" y="686"/>
                  </a:cubicBezTo>
                  <a:cubicBezTo>
                    <a:pt x="698" y="686"/>
                    <a:pt x="698" y="686"/>
                    <a:pt x="698" y="686"/>
                  </a:cubicBezTo>
                  <a:cubicBezTo>
                    <a:pt x="692" y="686"/>
                    <a:pt x="687" y="687"/>
                    <a:pt x="682" y="688"/>
                  </a:cubicBezTo>
                  <a:cubicBezTo>
                    <a:pt x="674" y="689"/>
                    <a:pt x="666" y="691"/>
                    <a:pt x="659" y="691"/>
                  </a:cubicBezTo>
                  <a:cubicBezTo>
                    <a:pt x="652" y="691"/>
                    <a:pt x="646" y="690"/>
                    <a:pt x="640" y="686"/>
                  </a:cubicBezTo>
                  <a:cubicBezTo>
                    <a:pt x="642" y="682"/>
                    <a:pt x="645" y="678"/>
                    <a:pt x="647" y="674"/>
                  </a:cubicBezTo>
                  <a:cubicBezTo>
                    <a:pt x="655" y="660"/>
                    <a:pt x="665" y="651"/>
                    <a:pt x="677" y="641"/>
                  </a:cubicBezTo>
                  <a:cubicBezTo>
                    <a:pt x="699" y="622"/>
                    <a:pt x="719" y="602"/>
                    <a:pt x="740" y="583"/>
                  </a:cubicBezTo>
                  <a:cubicBezTo>
                    <a:pt x="744" y="579"/>
                    <a:pt x="749" y="577"/>
                    <a:pt x="754" y="577"/>
                  </a:cubicBezTo>
                  <a:cubicBezTo>
                    <a:pt x="756" y="577"/>
                    <a:pt x="758" y="577"/>
                    <a:pt x="761" y="578"/>
                  </a:cubicBezTo>
                  <a:cubicBezTo>
                    <a:pt x="770" y="581"/>
                    <a:pt x="780" y="583"/>
                    <a:pt x="790" y="583"/>
                  </a:cubicBezTo>
                  <a:cubicBezTo>
                    <a:pt x="791" y="583"/>
                    <a:pt x="791" y="583"/>
                    <a:pt x="791" y="583"/>
                  </a:cubicBezTo>
                  <a:cubicBezTo>
                    <a:pt x="797" y="583"/>
                    <a:pt x="803" y="582"/>
                    <a:pt x="809" y="581"/>
                  </a:cubicBezTo>
                  <a:cubicBezTo>
                    <a:pt x="815" y="580"/>
                    <a:pt x="821" y="580"/>
                    <a:pt x="827" y="580"/>
                  </a:cubicBezTo>
                  <a:cubicBezTo>
                    <a:pt x="827" y="580"/>
                    <a:pt x="827" y="580"/>
                    <a:pt x="827" y="580"/>
                  </a:cubicBezTo>
                  <a:cubicBezTo>
                    <a:pt x="837" y="580"/>
                    <a:pt x="846" y="582"/>
                    <a:pt x="855" y="584"/>
                  </a:cubicBezTo>
                  <a:cubicBezTo>
                    <a:pt x="870" y="587"/>
                    <a:pt x="886" y="590"/>
                    <a:pt x="901" y="594"/>
                  </a:cubicBezTo>
                  <a:cubicBezTo>
                    <a:pt x="921" y="601"/>
                    <a:pt x="940" y="608"/>
                    <a:pt x="960" y="616"/>
                  </a:cubicBezTo>
                  <a:cubicBezTo>
                    <a:pt x="970" y="620"/>
                    <a:pt x="979" y="625"/>
                    <a:pt x="988" y="631"/>
                  </a:cubicBezTo>
                  <a:cubicBezTo>
                    <a:pt x="990" y="632"/>
                    <a:pt x="991" y="636"/>
                    <a:pt x="991" y="639"/>
                  </a:cubicBezTo>
                  <a:cubicBezTo>
                    <a:pt x="990" y="658"/>
                    <a:pt x="995" y="679"/>
                    <a:pt x="987" y="698"/>
                  </a:cubicBezTo>
                  <a:cubicBezTo>
                    <a:pt x="987" y="699"/>
                    <a:pt x="987" y="701"/>
                    <a:pt x="987" y="702"/>
                  </a:cubicBezTo>
                  <a:cubicBezTo>
                    <a:pt x="987" y="713"/>
                    <a:pt x="989" y="725"/>
                    <a:pt x="988" y="736"/>
                  </a:cubicBezTo>
                  <a:cubicBezTo>
                    <a:pt x="987" y="749"/>
                    <a:pt x="982" y="761"/>
                    <a:pt x="980" y="774"/>
                  </a:cubicBezTo>
                  <a:cubicBezTo>
                    <a:pt x="978" y="786"/>
                    <a:pt x="978" y="799"/>
                    <a:pt x="977" y="811"/>
                  </a:cubicBezTo>
                  <a:cubicBezTo>
                    <a:pt x="974" y="837"/>
                    <a:pt x="971" y="862"/>
                    <a:pt x="963" y="887"/>
                  </a:cubicBezTo>
                  <a:cubicBezTo>
                    <a:pt x="957" y="906"/>
                    <a:pt x="949" y="924"/>
                    <a:pt x="942" y="943"/>
                  </a:cubicBezTo>
                  <a:cubicBezTo>
                    <a:pt x="937" y="957"/>
                    <a:pt x="931" y="970"/>
                    <a:pt x="928" y="984"/>
                  </a:cubicBezTo>
                  <a:cubicBezTo>
                    <a:pt x="925" y="993"/>
                    <a:pt x="920" y="1002"/>
                    <a:pt x="921" y="1014"/>
                  </a:cubicBezTo>
                  <a:cubicBezTo>
                    <a:pt x="922" y="1021"/>
                    <a:pt x="919" y="1033"/>
                    <a:pt x="909" y="1033"/>
                  </a:cubicBezTo>
                  <a:cubicBezTo>
                    <a:pt x="899" y="1034"/>
                    <a:pt x="888" y="1035"/>
                    <a:pt x="878" y="1035"/>
                  </a:cubicBezTo>
                  <a:cubicBezTo>
                    <a:pt x="871" y="1035"/>
                    <a:pt x="863" y="1035"/>
                    <a:pt x="856" y="1033"/>
                  </a:cubicBezTo>
                  <a:cubicBezTo>
                    <a:pt x="850" y="1031"/>
                    <a:pt x="844" y="1030"/>
                    <a:pt x="838" y="1030"/>
                  </a:cubicBezTo>
                  <a:cubicBezTo>
                    <a:pt x="827" y="1030"/>
                    <a:pt x="816" y="1033"/>
                    <a:pt x="806" y="1036"/>
                  </a:cubicBezTo>
                  <a:cubicBezTo>
                    <a:pt x="803" y="1037"/>
                    <a:pt x="799" y="1040"/>
                    <a:pt x="798" y="1042"/>
                  </a:cubicBezTo>
                  <a:cubicBezTo>
                    <a:pt x="797" y="1054"/>
                    <a:pt x="796" y="1065"/>
                    <a:pt x="797" y="1076"/>
                  </a:cubicBezTo>
                  <a:cubicBezTo>
                    <a:pt x="798" y="1083"/>
                    <a:pt x="801" y="1092"/>
                    <a:pt x="806" y="1097"/>
                  </a:cubicBezTo>
                  <a:cubicBezTo>
                    <a:pt x="822" y="1116"/>
                    <a:pt x="840" y="1133"/>
                    <a:pt x="856" y="1151"/>
                  </a:cubicBezTo>
                  <a:cubicBezTo>
                    <a:pt x="862" y="1157"/>
                    <a:pt x="866" y="1164"/>
                    <a:pt x="871" y="1170"/>
                  </a:cubicBezTo>
                  <a:cubicBezTo>
                    <a:pt x="880" y="1182"/>
                    <a:pt x="889" y="1194"/>
                    <a:pt x="900" y="1205"/>
                  </a:cubicBezTo>
                  <a:cubicBezTo>
                    <a:pt x="906" y="1212"/>
                    <a:pt x="914" y="1220"/>
                    <a:pt x="922" y="1220"/>
                  </a:cubicBezTo>
                  <a:cubicBezTo>
                    <a:pt x="922" y="1220"/>
                    <a:pt x="922" y="1220"/>
                    <a:pt x="922" y="1220"/>
                  </a:cubicBezTo>
                  <a:cubicBezTo>
                    <a:pt x="936" y="1220"/>
                    <a:pt x="950" y="1215"/>
                    <a:pt x="964" y="1211"/>
                  </a:cubicBezTo>
                  <a:cubicBezTo>
                    <a:pt x="983" y="1206"/>
                    <a:pt x="997" y="1190"/>
                    <a:pt x="1017" y="1186"/>
                  </a:cubicBezTo>
                  <a:cubicBezTo>
                    <a:pt x="1018" y="1186"/>
                    <a:pt x="1019" y="1185"/>
                    <a:pt x="1020" y="1184"/>
                  </a:cubicBezTo>
                  <a:cubicBezTo>
                    <a:pt x="1023" y="1175"/>
                    <a:pt x="1030" y="1171"/>
                    <a:pt x="1037" y="1168"/>
                  </a:cubicBezTo>
                  <a:cubicBezTo>
                    <a:pt x="1044" y="1165"/>
                    <a:pt x="1050" y="1161"/>
                    <a:pt x="1056" y="1156"/>
                  </a:cubicBezTo>
                  <a:cubicBezTo>
                    <a:pt x="1069" y="1144"/>
                    <a:pt x="1080" y="1130"/>
                    <a:pt x="1094" y="1119"/>
                  </a:cubicBezTo>
                  <a:cubicBezTo>
                    <a:pt x="1107" y="1107"/>
                    <a:pt x="1111" y="1092"/>
                    <a:pt x="1115" y="1076"/>
                  </a:cubicBezTo>
                  <a:cubicBezTo>
                    <a:pt x="1120" y="1056"/>
                    <a:pt x="1125" y="1035"/>
                    <a:pt x="1131" y="1015"/>
                  </a:cubicBezTo>
                  <a:cubicBezTo>
                    <a:pt x="1135" y="1004"/>
                    <a:pt x="1136" y="992"/>
                    <a:pt x="1134" y="980"/>
                  </a:cubicBezTo>
                  <a:cubicBezTo>
                    <a:pt x="1134" y="979"/>
                    <a:pt x="1134" y="977"/>
                    <a:pt x="1134" y="976"/>
                  </a:cubicBezTo>
                  <a:cubicBezTo>
                    <a:pt x="1136" y="954"/>
                    <a:pt x="1138" y="931"/>
                    <a:pt x="1139" y="908"/>
                  </a:cubicBezTo>
                  <a:cubicBezTo>
                    <a:pt x="1140" y="886"/>
                    <a:pt x="1140" y="864"/>
                    <a:pt x="1141" y="841"/>
                  </a:cubicBezTo>
                  <a:cubicBezTo>
                    <a:pt x="1141" y="821"/>
                    <a:pt x="1143" y="800"/>
                    <a:pt x="1144" y="779"/>
                  </a:cubicBezTo>
                  <a:cubicBezTo>
                    <a:pt x="1145" y="772"/>
                    <a:pt x="1147" y="765"/>
                    <a:pt x="1148" y="758"/>
                  </a:cubicBezTo>
                  <a:cubicBezTo>
                    <a:pt x="1149" y="744"/>
                    <a:pt x="1150" y="730"/>
                    <a:pt x="1152" y="717"/>
                  </a:cubicBezTo>
                  <a:cubicBezTo>
                    <a:pt x="1153" y="706"/>
                    <a:pt x="1155" y="695"/>
                    <a:pt x="1160" y="687"/>
                  </a:cubicBezTo>
                  <a:cubicBezTo>
                    <a:pt x="1168" y="675"/>
                    <a:pt x="1167" y="662"/>
                    <a:pt x="1165" y="650"/>
                  </a:cubicBezTo>
                  <a:cubicBezTo>
                    <a:pt x="1163" y="637"/>
                    <a:pt x="1164" y="622"/>
                    <a:pt x="1153" y="611"/>
                  </a:cubicBezTo>
                  <a:cubicBezTo>
                    <a:pt x="1152" y="610"/>
                    <a:pt x="1153" y="607"/>
                    <a:pt x="1153" y="605"/>
                  </a:cubicBezTo>
                  <a:cubicBezTo>
                    <a:pt x="1152" y="601"/>
                    <a:pt x="1151" y="597"/>
                    <a:pt x="1149" y="595"/>
                  </a:cubicBezTo>
                  <a:cubicBezTo>
                    <a:pt x="1137" y="579"/>
                    <a:pt x="1127" y="562"/>
                    <a:pt x="1108" y="555"/>
                  </a:cubicBezTo>
                  <a:cubicBezTo>
                    <a:pt x="1107" y="554"/>
                    <a:pt x="1106" y="553"/>
                    <a:pt x="1105" y="552"/>
                  </a:cubicBezTo>
                  <a:cubicBezTo>
                    <a:pt x="1094" y="537"/>
                    <a:pt x="1081" y="526"/>
                    <a:pt x="1061" y="526"/>
                  </a:cubicBezTo>
                  <a:cubicBezTo>
                    <a:pt x="1057" y="525"/>
                    <a:pt x="1054" y="521"/>
                    <a:pt x="1051" y="519"/>
                  </a:cubicBezTo>
                  <a:cubicBezTo>
                    <a:pt x="1050" y="518"/>
                    <a:pt x="1049" y="517"/>
                    <a:pt x="1048" y="517"/>
                  </a:cubicBezTo>
                  <a:cubicBezTo>
                    <a:pt x="1030" y="511"/>
                    <a:pt x="1012" y="506"/>
                    <a:pt x="994" y="501"/>
                  </a:cubicBezTo>
                  <a:cubicBezTo>
                    <a:pt x="985" y="499"/>
                    <a:pt x="976" y="498"/>
                    <a:pt x="967" y="497"/>
                  </a:cubicBezTo>
                  <a:cubicBezTo>
                    <a:pt x="967" y="497"/>
                    <a:pt x="966" y="497"/>
                    <a:pt x="966" y="497"/>
                  </a:cubicBezTo>
                  <a:cubicBezTo>
                    <a:pt x="959" y="497"/>
                    <a:pt x="952" y="499"/>
                    <a:pt x="945" y="499"/>
                  </a:cubicBezTo>
                  <a:cubicBezTo>
                    <a:pt x="933" y="499"/>
                    <a:pt x="921" y="499"/>
                    <a:pt x="909" y="499"/>
                  </a:cubicBezTo>
                  <a:cubicBezTo>
                    <a:pt x="899" y="499"/>
                    <a:pt x="889" y="499"/>
                    <a:pt x="879" y="499"/>
                  </a:cubicBezTo>
                  <a:cubicBezTo>
                    <a:pt x="863" y="499"/>
                    <a:pt x="846" y="497"/>
                    <a:pt x="830" y="496"/>
                  </a:cubicBezTo>
                  <a:cubicBezTo>
                    <a:pt x="825" y="496"/>
                    <a:pt x="821" y="494"/>
                    <a:pt x="817" y="493"/>
                  </a:cubicBezTo>
                  <a:cubicBezTo>
                    <a:pt x="811" y="491"/>
                    <a:pt x="805" y="488"/>
                    <a:pt x="798" y="486"/>
                  </a:cubicBezTo>
                  <a:cubicBezTo>
                    <a:pt x="784" y="481"/>
                    <a:pt x="768" y="480"/>
                    <a:pt x="757" y="471"/>
                  </a:cubicBezTo>
                  <a:cubicBezTo>
                    <a:pt x="740" y="457"/>
                    <a:pt x="721" y="455"/>
                    <a:pt x="701" y="455"/>
                  </a:cubicBezTo>
                  <a:cubicBezTo>
                    <a:pt x="701" y="455"/>
                    <a:pt x="700" y="455"/>
                    <a:pt x="700" y="455"/>
                  </a:cubicBezTo>
                  <a:cubicBezTo>
                    <a:pt x="682" y="455"/>
                    <a:pt x="666" y="464"/>
                    <a:pt x="648" y="467"/>
                  </a:cubicBezTo>
                  <a:cubicBezTo>
                    <a:pt x="639" y="469"/>
                    <a:pt x="630" y="471"/>
                    <a:pt x="624" y="479"/>
                  </a:cubicBezTo>
                  <a:cubicBezTo>
                    <a:pt x="620" y="485"/>
                    <a:pt x="618" y="492"/>
                    <a:pt x="614" y="498"/>
                  </a:cubicBezTo>
                  <a:cubicBezTo>
                    <a:pt x="611" y="502"/>
                    <a:pt x="608" y="505"/>
                    <a:pt x="604" y="508"/>
                  </a:cubicBezTo>
                  <a:cubicBezTo>
                    <a:pt x="596" y="515"/>
                    <a:pt x="588" y="522"/>
                    <a:pt x="578" y="528"/>
                  </a:cubicBezTo>
                  <a:cubicBezTo>
                    <a:pt x="575" y="529"/>
                    <a:pt x="571" y="531"/>
                    <a:pt x="567" y="531"/>
                  </a:cubicBezTo>
                  <a:cubicBezTo>
                    <a:pt x="564" y="531"/>
                    <a:pt x="561" y="530"/>
                    <a:pt x="559" y="526"/>
                  </a:cubicBezTo>
                  <a:cubicBezTo>
                    <a:pt x="556" y="518"/>
                    <a:pt x="554" y="506"/>
                    <a:pt x="558" y="500"/>
                  </a:cubicBezTo>
                  <a:cubicBezTo>
                    <a:pt x="565" y="488"/>
                    <a:pt x="576" y="478"/>
                    <a:pt x="586" y="469"/>
                  </a:cubicBezTo>
                  <a:cubicBezTo>
                    <a:pt x="594" y="462"/>
                    <a:pt x="599" y="455"/>
                    <a:pt x="601" y="445"/>
                  </a:cubicBezTo>
                  <a:cubicBezTo>
                    <a:pt x="603" y="433"/>
                    <a:pt x="607" y="422"/>
                    <a:pt x="619" y="417"/>
                  </a:cubicBezTo>
                  <a:cubicBezTo>
                    <a:pt x="630" y="413"/>
                    <a:pt x="643" y="411"/>
                    <a:pt x="654" y="406"/>
                  </a:cubicBezTo>
                  <a:cubicBezTo>
                    <a:pt x="672" y="399"/>
                    <a:pt x="689" y="389"/>
                    <a:pt x="707" y="382"/>
                  </a:cubicBezTo>
                  <a:cubicBezTo>
                    <a:pt x="735" y="372"/>
                    <a:pt x="765" y="368"/>
                    <a:pt x="789" y="348"/>
                  </a:cubicBezTo>
                  <a:cubicBezTo>
                    <a:pt x="800" y="340"/>
                    <a:pt x="811" y="331"/>
                    <a:pt x="820" y="321"/>
                  </a:cubicBezTo>
                  <a:cubicBezTo>
                    <a:pt x="836" y="303"/>
                    <a:pt x="836" y="280"/>
                    <a:pt x="833" y="258"/>
                  </a:cubicBezTo>
                  <a:cubicBezTo>
                    <a:pt x="831" y="245"/>
                    <a:pt x="826" y="231"/>
                    <a:pt x="809" y="224"/>
                  </a:cubicBezTo>
                  <a:cubicBezTo>
                    <a:pt x="793" y="218"/>
                    <a:pt x="777" y="211"/>
                    <a:pt x="771" y="192"/>
                  </a:cubicBezTo>
                  <a:cubicBezTo>
                    <a:pt x="770" y="190"/>
                    <a:pt x="766" y="187"/>
                    <a:pt x="762" y="187"/>
                  </a:cubicBezTo>
                  <a:cubicBezTo>
                    <a:pt x="762" y="187"/>
                    <a:pt x="762" y="187"/>
                    <a:pt x="762" y="187"/>
                  </a:cubicBezTo>
                  <a:cubicBezTo>
                    <a:pt x="739" y="188"/>
                    <a:pt x="715" y="188"/>
                    <a:pt x="691" y="191"/>
                  </a:cubicBezTo>
                  <a:cubicBezTo>
                    <a:pt x="690" y="191"/>
                    <a:pt x="689" y="191"/>
                    <a:pt x="688" y="191"/>
                  </a:cubicBezTo>
                  <a:cubicBezTo>
                    <a:pt x="682" y="191"/>
                    <a:pt x="680" y="188"/>
                    <a:pt x="681" y="181"/>
                  </a:cubicBezTo>
                  <a:cubicBezTo>
                    <a:pt x="682" y="169"/>
                    <a:pt x="684" y="156"/>
                    <a:pt x="686" y="144"/>
                  </a:cubicBezTo>
                  <a:cubicBezTo>
                    <a:pt x="690" y="125"/>
                    <a:pt x="695" y="108"/>
                    <a:pt x="690" y="88"/>
                  </a:cubicBezTo>
                  <a:cubicBezTo>
                    <a:pt x="681" y="54"/>
                    <a:pt x="660" y="31"/>
                    <a:pt x="629" y="18"/>
                  </a:cubicBezTo>
                  <a:cubicBezTo>
                    <a:pt x="614" y="11"/>
                    <a:pt x="597" y="10"/>
                    <a:pt x="581" y="7"/>
                  </a:cubicBezTo>
                  <a:cubicBezTo>
                    <a:pt x="570" y="5"/>
                    <a:pt x="560" y="4"/>
                    <a:pt x="549" y="3"/>
                  </a:cubicBezTo>
                  <a:cubicBezTo>
                    <a:pt x="547" y="3"/>
                    <a:pt x="545" y="3"/>
                    <a:pt x="543" y="3"/>
                  </a:cubicBezTo>
                  <a:cubicBezTo>
                    <a:pt x="541" y="3"/>
                    <a:pt x="540" y="3"/>
                    <a:pt x="538" y="3"/>
                  </a:cubicBezTo>
                  <a:cubicBezTo>
                    <a:pt x="536" y="3"/>
                    <a:pt x="535" y="3"/>
                    <a:pt x="533" y="3"/>
                  </a:cubicBezTo>
                  <a:cubicBezTo>
                    <a:pt x="531" y="3"/>
                    <a:pt x="529" y="3"/>
                    <a:pt x="527" y="2"/>
                  </a:cubicBezTo>
                  <a:cubicBezTo>
                    <a:pt x="520" y="2"/>
                    <a:pt x="513" y="0"/>
                    <a:pt x="50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2" name="Freeform 271"/>
            <p:cNvSpPr/>
            <p:nvPr/>
          </p:nvSpPr>
          <p:spPr bwMode="auto">
            <a:xfrm>
              <a:off x="2434447" y="1567648"/>
              <a:ext cx="301745" cy="393652"/>
            </a:xfrm>
            <a:custGeom>
              <a:avLst/>
              <a:gdLst>
                <a:gd name="T0" fmla="*/ 553 w 828"/>
                <a:gd name="T1" fmla="*/ 29 h 1078"/>
                <a:gd name="T2" fmla="*/ 334 w 828"/>
                <a:gd name="T3" fmla="*/ 98 h 1078"/>
                <a:gd name="T4" fmla="*/ 188 w 828"/>
                <a:gd name="T5" fmla="*/ 125 h 1078"/>
                <a:gd name="T6" fmla="*/ 131 w 828"/>
                <a:gd name="T7" fmla="*/ 124 h 1078"/>
                <a:gd name="T8" fmla="*/ 118 w 828"/>
                <a:gd name="T9" fmla="*/ 173 h 1078"/>
                <a:gd name="T10" fmla="*/ 186 w 828"/>
                <a:gd name="T11" fmla="*/ 238 h 1078"/>
                <a:gd name="T12" fmla="*/ 230 w 828"/>
                <a:gd name="T13" fmla="*/ 358 h 1078"/>
                <a:gd name="T14" fmla="*/ 225 w 828"/>
                <a:gd name="T15" fmla="*/ 456 h 1078"/>
                <a:gd name="T16" fmla="*/ 314 w 828"/>
                <a:gd name="T17" fmla="*/ 478 h 1078"/>
                <a:gd name="T18" fmla="*/ 308 w 828"/>
                <a:gd name="T19" fmla="*/ 498 h 1078"/>
                <a:gd name="T20" fmla="*/ 193 w 828"/>
                <a:gd name="T21" fmla="*/ 654 h 1078"/>
                <a:gd name="T22" fmla="*/ 184 w 828"/>
                <a:gd name="T23" fmla="*/ 799 h 1078"/>
                <a:gd name="T24" fmla="*/ 195 w 828"/>
                <a:gd name="T25" fmla="*/ 911 h 1078"/>
                <a:gd name="T26" fmla="*/ 386 w 828"/>
                <a:gd name="T27" fmla="*/ 810 h 1078"/>
                <a:gd name="T28" fmla="*/ 459 w 828"/>
                <a:gd name="T29" fmla="*/ 749 h 1078"/>
                <a:gd name="T30" fmla="*/ 599 w 828"/>
                <a:gd name="T31" fmla="*/ 906 h 1078"/>
                <a:gd name="T32" fmla="*/ 563 w 828"/>
                <a:gd name="T33" fmla="*/ 933 h 1078"/>
                <a:gd name="T34" fmla="*/ 407 w 828"/>
                <a:gd name="T35" fmla="*/ 954 h 1078"/>
                <a:gd name="T36" fmla="*/ 389 w 828"/>
                <a:gd name="T37" fmla="*/ 954 h 1078"/>
                <a:gd name="T38" fmla="*/ 269 w 828"/>
                <a:gd name="T39" fmla="*/ 966 h 1078"/>
                <a:gd name="T40" fmla="*/ 183 w 828"/>
                <a:gd name="T41" fmla="*/ 974 h 1078"/>
                <a:gd name="T42" fmla="*/ 104 w 828"/>
                <a:gd name="T43" fmla="*/ 970 h 1078"/>
                <a:gd name="T44" fmla="*/ 108 w 828"/>
                <a:gd name="T45" fmla="*/ 886 h 1078"/>
                <a:gd name="T46" fmla="*/ 106 w 828"/>
                <a:gd name="T47" fmla="*/ 779 h 1078"/>
                <a:gd name="T48" fmla="*/ 103 w 828"/>
                <a:gd name="T49" fmla="*/ 634 h 1078"/>
                <a:gd name="T50" fmla="*/ 106 w 828"/>
                <a:gd name="T51" fmla="*/ 408 h 1078"/>
                <a:gd name="T52" fmla="*/ 137 w 828"/>
                <a:gd name="T53" fmla="*/ 335 h 1078"/>
                <a:gd name="T54" fmla="*/ 163 w 828"/>
                <a:gd name="T55" fmla="*/ 279 h 1078"/>
                <a:gd name="T56" fmla="*/ 70 w 828"/>
                <a:gd name="T57" fmla="*/ 262 h 1078"/>
                <a:gd name="T58" fmla="*/ 34 w 828"/>
                <a:gd name="T59" fmla="*/ 434 h 1078"/>
                <a:gd name="T60" fmla="*/ 18 w 828"/>
                <a:gd name="T61" fmla="*/ 608 h 1078"/>
                <a:gd name="T62" fmla="*/ 11 w 828"/>
                <a:gd name="T63" fmla="*/ 832 h 1078"/>
                <a:gd name="T64" fmla="*/ 7 w 828"/>
                <a:gd name="T65" fmla="*/ 995 h 1078"/>
                <a:gd name="T66" fmla="*/ 167 w 828"/>
                <a:gd name="T67" fmla="*/ 1071 h 1078"/>
                <a:gd name="T68" fmla="*/ 296 w 828"/>
                <a:gd name="T69" fmla="*/ 1060 h 1078"/>
                <a:gd name="T70" fmla="*/ 436 w 828"/>
                <a:gd name="T71" fmla="*/ 1047 h 1078"/>
                <a:gd name="T72" fmla="*/ 549 w 828"/>
                <a:gd name="T73" fmla="*/ 1045 h 1078"/>
                <a:gd name="T74" fmla="*/ 729 w 828"/>
                <a:gd name="T75" fmla="*/ 1056 h 1078"/>
                <a:gd name="T76" fmla="*/ 814 w 828"/>
                <a:gd name="T77" fmla="*/ 1034 h 1078"/>
                <a:gd name="T78" fmla="*/ 705 w 828"/>
                <a:gd name="T79" fmla="*/ 915 h 1078"/>
                <a:gd name="T80" fmla="*/ 655 w 828"/>
                <a:gd name="T81" fmla="*/ 762 h 1078"/>
                <a:gd name="T82" fmla="*/ 480 w 828"/>
                <a:gd name="T83" fmla="*/ 706 h 1078"/>
                <a:gd name="T84" fmla="*/ 584 w 828"/>
                <a:gd name="T85" fmla="*/ 545 h 1078"/>
                <a:gd name="T86" fmla="*/ 585 w 828"/>
                <a:gd name="T87" fmla="*/ 446 h 1078"/>
                <a:gd name="T88" fmla="*/ 634 w 828"/>
                <a:gd name="T89" fmla="*/ 344 h 1078"/>
                <a:gd name="T90" fmla="*/ 548 w 828"/>
                <a:gd name="T91" fmla="*/ 274 h 1078"/>
                <a:gd name="T92" fmla="*/ 473 w 828"/>
                <a:gd name="T93" fmla="*/ 265 h 1078"/>
                <a:gd name="T94" fmla="*/ 565 w 828"/>
                <a:gd name="T95" fmla="*/ 209 h 1078"/>
                <a:gd name="T96" fmla="*/ 753 w 828"/>
                <a:gd name="T97" fmla="*/ 44 h 10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828" h="1078">
                  <a:moveTo>
                    <a:pt x="659" y="0"/>
                  </a:moveTo>
                  <a:cubicBezTo>
                    <a:pt x="657" y="0"/>
                    <a:pt x="655" y="0"/>
                    <a:pt x="653" y="0"/>
                  </a:cubicBezTo>
                  <a:cubicBezTo>
                    <a:pt x="643" y="3"/>
                    <a:pt x="634" y="6"/>
                    <a:pt x="624" y="9"/>
                  </a:cubicBezTo>
                  <a:cubicBezTo>
                    <a:pt x="600" y="16"/>
                    <a:pt x="576" y="22"/>
                    <a:pt x="553" y="29"/>
                  </a:cubicBezTo>
                  <a:cubicBezTo>
                    <a:pt x="528" y="36"/>
                    <a:pt x="503" y="43"/>
                    <a:pt x="479" y="51"/>
                  </a:cubicBezTo>
                  <a:cubicBezTo>
                    <a:pt x="472" y="53"/>
                    <a:pt x="466" y="60"/>
                    <a:pt x="458" y="62"/>
                  </a:cubicBezTo>
                  <a:cubicBezTo>
                    <a:pt x="443" y="67"/>
                    <a:pt x="427" y="70"/>
                    <a:pt x="411" y="75"/>
                  </a:cubicBezTo>
                  <a:cubicBezTo>
                    <a:pt x="385" y="82"/>
                    <a:pt x="360" y="91"/>
                    <a:pt x="334" y="98"/>
                  </a:cubicBezTo>
                  <a:cubicBezTo>
                    <a:pt x="316" y="103"/>
                    <a:pt x="297" y="107"/>
                    <a:pt x="278" y="111"/>
                  </a:cubicBezTo>
                  <a:cubicBezTo>
                    <a:pt x="271" y="112"/>
                    <a:pt x="262" y="110"/>
                    <a:pt x="256" y="114"/>
                  </a:cubicBezTo>
                  <a:cubicBezTo>
                    <a:pt x="238" y="126"/>
                    <a:pt x="218" y="124"/>
                    <a:pt x="198" y="125"/>
                  </a:cubicBezTo>
                  <a:cubicBezTo>
                    <a:pt x="195" y="125"/>
                    <a:pt x="192" y="125"/>
                    <a:pt x="188" y="125"/>
                  </a:cubicBezTo>
                  <a:cubicBezTo>
                    <a:pt x="179" y="125"/>
                    <a:pt x="170" y="125"/>
                    <a:pt x="161" y="124"/>
                  </a:cubicBezTo>
                  <a:cubicBezTo>
                    <a:pt x="151" y="124"/>
                    <a:pt x="142" y="124"/>
                    <a:pt x="133" y="124"/>
                  </a:cubicBezTo>
                  <a:cubicBezTo>
                    <a:pt x="132" y="124"/>
                    <a:pt x="132" y="124"/>
                    <a:pt x="131" y="124"/>
                  </a:cubicBezTo>
                  <a:cubicBezTo>
                    <a:pt x="131" y="124"/>
                    <a:pt x="131" y="124"/>
                    <a:pt x="131" y="124"/>
                  </a:cubicBezTo>
                  <a:cubicBezTo>
                    <a:pt x="130" y="124"/>
                    <a:pt x="129" y="124"/>
                    <a:pt x="128" y="124"/>
                  </a:cubicBezTo>
                  <a:cubicBezTo>
                    <a:pt x="128" y="124"/>
                    <a:pt x="127" y="124"/>
                    <a:pt x="126" y="124"/>
                  </a:cubicBezTo>
                  <a:cubicBezTo>
                    <a:pt x="119" y="124"/>
                    <a:pt x="111" y="125"/>
                    <a:pt x="108" y="134"/>
                  </a:cubicBezTo>
                  <a:cubicBezTo>
                    <a:pt x="103" y="149"/>
                    <a:pt x="106" y="162"/>
                    <a:pt x="118" y="173"/>
                  </a:cubicBezTo>
                  <a:cubicBezTo>
                    <a:pt x="129" y="182"/>
                    <a:pt x="139" y="192"/>
                    <a:pt x="148" y="202"/>
                  </a:cubicBezTo>
                  <a:cubicBezTo>
                    <a:pt x="152" y="205"/>
                    <a:pt x="154" y="210"/>
                    <a:pt x="156" y="214"/>
                  </a:cubicBezTo>
                  <a:cubicBezTo>
                    <a:pt x="157" y="216"/>
                    <a:pt x="158" y="219"/>
                    <a:pt x="160" y="221"/>
                  </a:cubicBezTo>
                  <a:cubicBezTo>
                    <a:pt x="168" y="227"/>
                    <a:pt x="176" y="234"/>
                    <a:pt x="186" y="238"/>
                  </a:cubicBezTo>
                  <a:cubicBezTo>
                    <a:pt x="212" y="248"/>
                    <a:pt x="237" y="258"/>
                    <a:pt x="264" y="266"/>
                  </a:cubicBezTo>
                  <a:cubicBezTo>
                    <a:pt x="273" y="269"/>
                    <a:pt x="276" y="274"/>
                    <a:pt x="272" y="281"/>
                  </a:cubicBezTo>
                  <a:cubicBezTo>
                    <a:pt x="262" y="301"/>
                    <a:pt x="250" y="321"/>
                    <a:pt x="239" y="341"/>
                  </a:cubicBezTo>
                  <a:cubicBezTo>
                    <a:pt x="236" y="347"/>
                    <a:pt x="233" y="352"/>
                    <a:pt x="230" y="358"/>
                  </a:cubicBezTo>
                  <a:cubicBezTo>
                    <a:pt x="226" y="363"/>
                    <a:pt x="224" y="369"/>
                    <a:pt x="221" y="375"/>
                  </a:cubicBezTo>
                  <a:cubicBezTo>
                    <a:pt x="214" y="386"/>
                    <a:pt x="206" y="397"/>
                    <a:pt x="213" y="412"/>
                  </a:cubicBezTo>
                  <a:cubicBezTo>
                    <a:pt x="214" y="413"/>
                    <a:pt x="214" y="414"/>
                    <a:pt x="214" y="415"/>
                  </a:cubicBezTo>
                  <a:cubicBezTo>
                    <a:pt x="213" y="430"/>
                    <a:pt x="216" y="444"/>
                    <a:pt x="225" y="456"/>
                  </a:cubicBezTo>
                  <a:cubicBezTo>
                    <a:pt x="233" y="468"/>
                    <a:pt x="259" y="481"/>
                    <a:pt x="275" y="481"/>
                  </a:cubicBezTo>
                  <a:cubicBezTo>
                    <a:pt x="277" y="481"/>
                    <a:pt x="279" y="480"/>
                    <a:pt x="281" y="480"/>
                  </a:cubicBezTo>
                  <a:cubicBezTo>
                    <a:pt x="287" y="478"/>
                    <a:pt x="295" y="478"/>
                    <a:pt x="302" y="478"/>
                  </a:cubicBezTo>
                  <a:cubicBezTo>
                    <a:pt x="306" y="478"/>
                    <a:pt x="310" y="478"/>
                    <a:pt x="314" y="478"/>
                  </a:cubicBezTo>
                  <a:cubicBezTo>
                    <a:pt x="315" y="478"/>
                    <a:pt x="317" y="478"/>
                    <a:pt x="318" y="478"/>
                  </a:cubicBezTo>
                  <a:cubicBezTo>
                    <a:pt x="323" y="478"/>
                    <a:pt x="327" y="479"/>
                    <a:pt x="332" y="480"/>
                  </a:cubicBezTo>
                  <a:cubicBezTo>
                    <a:pt x="331" y="481"/>
                    <a:pt x="331" y="483"/>
                    <a:pt x="331" y="484"/>
                  </a:cubicBezTo>
                  <a:cubicBezTo>
                    <a:pt x="323" y="488"/>
                    <a:pt x="315" y="492"/>
                    <a:pt x="308" y="498"/>
                  </a:cubicBezTo>
                  <a:cubicBezTo>
                    <a:pt x="296" y="508"/>
                    <a:pt x="285" y="520"/>
                    <a:pt x="273" y="528"/>
                  </a:cubicBezTo>
                  <a:cubicBezTo>
                    <a:pt x="259" y="538"/>
                    <a:pt x="243" y="544"/>
                    <a:pt x="228" y="553"/>
                  </a:cubicBezTo>
                  <a:cubicBezTo>
                    <a:pt x="209" y="566"/>
                    <a:pt x="197" y="585"/>
                    <a:pt x="192" y="607"/>
                  </a:cubicBezTo>
                  <a:cubicBezTo>
                    <a:pt x="189" y="622"/>
                    <a:pt x="188" y="639"/>
                    <a:pt x="193" y="654"/>
                  </a:cubicBezTo>
                  <a:cubicBezTo>
                    <a:pt x="201" y="677"/>
                    <a:pt x="219" y="694"/>
                    <a:pt x="241" y="706"/>
                  </a:cubicBezTo>
                  <a:cubicBezTo>
                    <a:pt x="250" y="711"/>
                    <a:pt x="252" y="718"/>
                    <a:pt x="246" y="726"/>
                  </a:cubicBezTo>
                  <a:cubicBezTo>
                    <a:pt x="229" y="748"/>
                    <a:pt x="211" y="769"/>
                    <a:pt x="193" y="790"/>
                  </a:cubicBezTo>
                  <a:cubicBezTo>
                    <a:pt x="190" y="793"/>
                    <a:pt x="185" y="795"/>
                    <a:pt x="184" y="799"/>
                  </a:cubicBezTo>
                  <a:cubicBezTo>
                    <a:pt x="179" y="811"/>
                    <a:pt x="170" y="819"/>
                    <a:pt x="159" y="825"/>
                  </a:cubicBezTo>
                  <a:cubicBezTo>
                    <a:pt x="157" y="826"/>
                    <a:pt x="155" y="829"/>
                    <a:pt x="154" y="831"/>
                  </a:cubicBezTo>
                  <a:cubicBezTo>
                    <a:pt x="138" y="858"/>
                    <a:pt x="146" y="884"/>
                    <a:pt x="156" y="909"/>
                  </a:cubicBezTo>
                  <a:cubicBezTo>
                    <a:pt x="169" y="909"/>
                    <a:pt x="183" y="911"/>
                    <a:pt x="195" y="911"/>
                  </a:cubicBezTo>
                  <a:cubicBezTo>
                    <a:pt x="203" y="911"/>
                    <a:pt x="210" y="910"/>
                    <a:pt x="218" y="908"/>
                  </a:cubicBezTo>
                  <a:cubicBezTo>
                    <a:pt x="245" y="903"/>
                    <a:pt x="269" y="890"/>
                    <a:pt x="289" y="870"/>
                  </a:cubicBezTo>
                  <a:cubicBezTo>
                    <a:pt x="295" y="864"/>
                    <a:pt x="303" y="859"/>
                    <a:pt x="311" y="856"/>
                  </a:cubicBezTo>
                  <a:cubicBezTo>
                    <a:pt x="338" y="844"/>
                    <a:pt x="364" y="830"/>
                    <a:pt x="386" y="810"/>
                  </a:cubicBezTo>
                  <a:cubicBezTo>
                    <a:pt x="409" y="790"/>
                    <a:pt x="430" y="768"/>
                    <a:pt x="442" y="740"/>
                  </a:cubicBezTo>
                  <a:cubicBezTo>
                    <a:pt x="444" y="737"/>
                    <a:pt x="449" y="735"/>
                    <a:pt x="452" y="733"/>
                  </a:cubicBezTo>
                  <a:cubicBezTo>
                    <a:pt x="454" y="737"/>
                    <a:pt x="456" y="741"/>
                    <a:pt x="458" y="744"/>
                  </a:cubicBezTo>
                  <a:cubicBezTo>
                    <a:pt x="459" y="746"/>
                    <a:pt x="458" y="748"/>
                    <a:pt x="459" y="749"/>
                  </a:cubicBezTo>
                  <a:cubicBezTo>
                    <a:pt x="467" y="760"/>
                    <a:pt x="475" y="771"/>
                    <a:pt x="482" y="782"/>
                  </a:cubicBezTo>
                  <a:cubicBezTo>
                    <a:pt x="498" y="805"/>
                    <a:pt x="512" y="829"/>
                    <a:pt x="529" y="851"/>
                  </a:cubicBezTo>
                  <a:cubicBezTo>
                    <a:pt x="536" y="862"/>
                    <a:pt x="546" y="872"/>
                    <a:pt x="556" y="879"/>
                  </a:cubicBezTo>
                  <a:cubicBezTo>
                    <a:pt x="569" y="889"/>
                    <a:pt x="585" y="896"/>
                    <a:pt x="599" y="906"/>
                  </a:cubicBezTo>
                  <a:cubicBezTo>
                    <a:pt x="603" y="908"/>
                    <a:pt x="606" y="914"/>
                    <a:pt x="609" y="919"/>
                  </a:cubicBezTo>
                  <a:cubicBezTo>
                    <a:pt x="609" y="920"/>
                    <a:pt x="605" y="924"/>
                    <a:pt x="603" y="925"/>
                  </a:cubicBezTo>
                  <a:cubicBezTo>
                    <a:pt x="595" y="927"/>
                    <a:pt x="588" y="930"/>
                    <a:pt x="581" y="931"/>
                  </a:cubicBezTo>
                  <a:cubicBezTo>
                    <a:pt x="575" y="933"/>
                    <a:pt x="568" y="932"/>
                    <a:pt x="563" y="933"/>
                  </a:cubicBezTo>
                  <a:cubicBezTo>
                    <a:pt x="538" y="938"/>
                    <a:pt x="514" y="944"/>
                    <a:pt x="489" y="949"/>
                  </a:cubicBezTo>
                  <a:cubicBezTo>
                    <a:pt x="475" y="951"/>
                    <a:pt x="461" y="953"/>
                    <a:pt x="447" y="954"/>
                  </a:cubicBezTo>
                  <a:cubicBezTo>
                    <a:pt x="441" y="954"/>
                    <a:pt x="436" y="954"/>
                    <a:pt x="430" y="954"/>
                  </a:cubicBezTo>
                  <a:cubicBezTo>
                    <a:pt x="422" y="954"/>
                    <a:pt x="415" y="954"/>
                    <a:pt x="407" y="954"/>
                  </a:cubicBezTo>
                  <a:cubicBezTo>
                    <a:pt x="405" y="954"/>
                    <a:pt x="404" y="954"/>
                    <a:pt x="403" y="954"/>
                  </a:cubicBezTo>
                  <a:cubicBezTo>
                    <a:pt x="402" y="954"/>
                    <a:pt x="401" y="954"/>
                    <a:pt x="400" y="954"/>
                  </a:cubicBezTo>
                  <a:cubicBezTo>
                    <a:pt x="399" y="954"/>
                    <a:pt x="398" y="954"/>
                    <a:pt x="396" y="954"/>
                  </a:cubicBezTo>
                  <a:cubicBezTo>
                    <a:pt x="394" y="954"/>
                    <a:pt x="391" y="954"/>
                    <a:pt x="389" y="954"/>
                  </a:cubicBezTo>
                  <a:cubicBezTo>
                    <a:pt x="375" y="955"/>
                    <a:pt x="362" y="957"/>
                    <a:pt x="349" y="959"/>
                  </a:cubicBezTo>
                  <a:cubicBezTo>
                    <a:pt x="335" y="960"/>
                    <a:pt x="321" y="962"/>
                    <a:pt x="307" y="963"/>
                  </a:cubicBezTo>
                  <a:cubicBezTo>
                    <a:pt x="295" y="964"/>
                    <a:pt x="284" y="966"/>
                    <a:pt x="272" y="966"/>
                  </a:cubicBezTo>
                  <a:cubicBezTo>
                    <a:pt x="271" y="966"/>
                    <a:pt x="270" y="966"/>
                    <a:pt x="269" y="966"/>
                  </a:cubicBezTo>
                  <a:cubicBezTo>
                    <a:pt x="264" y="965"/>
                    <a:pt x="260" y="965"/>
                    <a:pt x="256" y="965"/>
                  </a:cubicBezTo>
                  <a:cubicBezTo>
                    <a:pt x="249" y="965"/>
                    <a:pt x="241" y="966"/>
                    <a:pt x="234" y="968"/>
                  </a:cubicBezTo>
                  <a:cubicBezTo>
                    <a:pt x="224" y="971"/>
                    <a:pt x="213" y="970"/>
                    <a:pt x="202" y="971"/>
                  </a:cubicBezTo>
                  <a:cubicBezTo>
                    <a:pt x="196" y="972"/>
                    <a:pt x="190" y="973"/>
                    <a:pt x="183" y="974"/>
                  </a:cubicBezTo>
                  <a:cubicBezTo>
                    <a:pt x="178" y="975"/>
                    <a:pt x="173" y="977"/>
                    <a:pt x="168" y="978"/>
                  </a:cubicBezTo>
                  <a:cubicBezTo>
                    <a:pt x="159" y="980"/>
                    <a:pt x="150" y="982"/>
                    <a:pt x="141" y="985"/>
                  </a:cubicBezTo>
                  <a:cubicBezTo>
                    <a:pt x="130" y="989"/>
                    <a:pt x="119" y="994"/>
                    <a:pt x="106" y="999"/>
                  </a:cubicBezTo>
                  <a:cubicBezTo>
                    <a:pt x="105" y="988"/>
                    <a:pt x="104" y="979"/>
                    <a:pt x="104" y="970"/>
                  </a:cubicBezTo>
                  <a:cubicBezTo>
                    <a:pt x="103" y="963"/>
                    <a:pt x="103" y="956"/>
                    <a:pt x="103" y="949"/>
                  </a:cubicBezTo>
                  <a:cubicBezTo>
                    <a:pt x="103" y="944"/>
                    <a:pt x="103" y="939"/>
                    <a:pt x="104" y="935"/>
                  </a:cubicBezTo>
                  <a:cubicBezTo>
                    <a:pt x="106" y="926"/>
                    <a:pt x="109" y="918"/>
                    <a:pt x="109" y="909"/>
                  </a:cubicBezTo>
                  <a:cubicBezTo>
                    <a:pt x="110" y="902"/>
                    <a:pt x="108" y="894"/>
                    <a:pt x="108" y="886"/>
                  </a:cubicBezTo>
                  <a:cubicBezTo>
                    <a:pt x="107" y="879"/>
                    <a:pt x="106" y="873"/>
                    <a:pt x="106" y="866"/>
                  </a:cubicBezTo>
                  <a:cubicBezTo>
                    <a:pt x="105" y="859"/>
                    <a:pt x="104" y="851"/>
                    <a:pt x="106" y="844"/>
                  </a:cubicBezTo>
                  <a:cubicBezTo>
                    <a:pt x="111" y="829"/>
                    <a:pt x="115" y="815"/>
                    <a:pt x="108" y="799"/>
                  </a:cubicBezTo>
                  <a:cubicBezTo>
                    <a:pt x="106" y="793"/>
                    <a:pt x="106" y="786"/>
                    <a:pt x="106" y="779"/>
                  </a:cubicBezTo>
                  <a:cubicBezTo>
                    <a:pt x="106" y="765"/>
                    <a:pt x="106" y="750"/>
                    <a:pt x="106" y="736"/>
                  </a:cubicBezTo>
                  <a:cubicBezTo>
                    <a:pt x="105" y="715"/>
                    <a:pt x="102" y="695"/>
                    <a:pt x="101" y="674"/>
                  </a:cubicBezTo>
                  <a:cubicBezTo>
                    <a:pt x="100" y="668"/>
                    <a:pt x="100" y="661"/>
                    <a:pt x="100" y="655"/>
                  </a:cubicBezTo>
                  <a:cubicBezTo>
                    <a:pt x="101" y="648"/>
                    <a:pt x="102" y="641"/>
                    <a:pt x="103" y="634"/>
                  </a:cubicBezTo>
                  <a:cubicBezTo>
                    <a:pt x="105" y="624"/>
                    <a:pt x="112" y="615"/>
                    <a:pt x="109" y="602"/>
                  </a:cubicBezTo>
                  <a:cubicBezTo>
                    <a:pt x="106" y="584"/>
                    <a:pt x="106" y="566"/>
                    <a:pt x="106" y="548"/>
                  </a:cubicBezTo>
                  <a:cubicBezTo>
                    <a:pt x="105" y="525"/>
                    <a:pt x="108" y="502"/>
                    <a:pt x="108" y="479"/>
                  </a:cubicBezTo>
                  <a:cubicBezTo>
                    <a:pt x="108" y="455"/>
                    <a:pt x="106" y="432"/>
                    <a:pt x="106" y="408"/>
                  </a:cubicBezTo>
                  <a:cubicBezTo>
                    <a:pt x="106" y="402"/>
                    <a:pt x="111" y="395"/>
                    <a:pt x="110" y="390"/>
                  </a:cubicBezTo>
                  <a:cubicBezTo>
                    <a:pt x="105" y="375"/>
                    <a:pt x="109" y="361"/>
                    <a:pt x="113" y="347"/>
                  </a:cubicBezTo>
                  <a:cubicBezTo>
                    <a:pt x="116" y="338"/>
                    <a:pt x="120" y="334"/>
                    <a:pt x="128" y="334"/>
                  </a:cubicBezTo>
                  <a:cubicBezTo>
                    <a:pt x="131" y="334"/>
                    <a:pt x="134" y="334"/>
                    <a:pt x="137" y="335"/>
                  </a:cubicBezTo>
                  <a:cubicBezTo>
                    <a:pt x="142" y="336"/>
                    <a:pt x="148" y="337"/>
                    <a:pt x="153" y="337"/>
                  </a:cubicBezTo>
                  <a:cubicBezTo>
                    <a:pt x="157" y="337"/>
                    <a:pt x="162" y="336"/>
                    <a:pt x="166" y="336"/>
                  </a:cubicBezTo>
                  <a:cubicBezTo>
                    <a:pt x="168" y="336"/>
                    <a:pt x="172" y="332"/>
                    <a:pt x="173" y="330"/>
                  </a:cubicBezTo>
                  <a:cubicBezTo>
                    <a:pt x="174" y="312"/>
                    <a:pt x="174" y="293"/>
                    <a:pt x="163" y="279"/>
                  </a:cubicBezTo>
                  <a:cubicBezTo>
                    <a:pt x="155" y="269"/>
                    <a:pt x="144" y="259"/>
                    <a:pt x="132" y="256"/>
                  </a:cubicBezTo>
                  <a:cubicBezTo>
                    <a:pt x="124" y="253"/>
                    <a:pt x="115" y="252"/>
                    <a:pt x="106" y="252"/>
                  </a:cubicBezTo>
                  <a:cubicBezTo>
                    <a:pt x="100" y="252"/>
                    <a:pt x="94" y="253"/>
                    <a:pt x="88" y="253"/>
                  </a:cubicBezTo>
                  <a:cubicBezTo>
                    <a:pt x="81" y="253"/>
                    <a:pt x="72" y="257"/>
                    <a:pt x="70" y="262"/>
                  </a:cubicBezTo>
                  <a:cubicBezTo>
                    <a:pt x="62" y="276"/>
                    <a:pt x="55" y="292"/>
                    <a:pt x="51" y="308"/>
                  </a:cubicBezTo>
                  <a:cubicBezTo>
                    <a:pt x="46" y="324"/>
                    <a:pt x="45" y="341"/>
                    <a:pt x="42" y="358"/>
                  </a:cubicBezTo>
                  <a:cubicBezTo>
                    <a:pt x="40" y="375"/>
                    <a:pt x="38" y="392"/>
                    <a:pt x="36" y="409"/>
                  </a:cubicBezTo>
                  <a:cubicBezTo>
                    <a:pt x="35" y="417"/>
                    <a:pt x="35" y="426"/>
                    <a:pt x="34" y="434"/>
                  </a:cubicBezTo>
                  <a:cubicBezTo>
                    <a:pt x="31" y="447"/>
                    <a:pt x="26" y="460"/>
                    <a:pt x="24" y="473"/>
                  </a:cubicBezTo>
                  <a:cubicBezTo>
                    <a:pt x="23" y="494"/>
                    <a:pt x="24" y="514"/>
                    <a:pt x="23" y="535"/>
                  </a:cubicBezTo>
                  <a:cubicBezTo>
                    <a:pt x="22" y="556"/>
                    <a:pt x="20" y="577"/>
                    <a:pt x="19" y="598"/>
                  </a:cubicBezTo>
                  <a:cubicBezTo>
                    <a:pt x="19" y="601"/>
                    <a:pt x="18" y="604"/>
                    <a:pt x="18" y="608"/>
                  </a:cubicBezTo>
                  <a:cubicBezTo>
                    <a:pt x="18" y="624"/>
                    <a:pt x="18" y="641"/>
                    <a:pt x="13" y="658"/>
                  </a:cubicBezTo>
                  <a:cubicBezTo>
                    <a:pt x="8" y="672"/>
                    <a:pt x="12" y="690"/>
                    <a:pt x="12" y="706"/>
                  </a:cubicBezTo>
                  <a:cubicBezTo>
                    <a:pt x="12" y="736"/>
                    <a:pt x="12" y="765"/>
                    <a:pt x="12" y="795"/>
                  </a:cubicBezTo>
                  <a:cubicBezTo>
                    <a:pt x="12" y="807"/>
                    <a:pt x="12" y="820"/>
                    <a:pt x="11" y="832"/>
                  </a:cubicBezTo>
                  <a:cubicBezTo>
                    <a:pt x="11" y="844"/>
                    <a:pt x="6" y="856"/>
                    <a:pt x="8" y="868"/>
                  </a:cubicBezTo>
                  <a:cubicBezTo>
                    <a:pt x="10" y="892"/>
                    <a:pt x="0" y="917"/>
                    <a:pt x="9" y="941"/>
                  </a:cubicBezTo>
                  <a:cubicBezTo>
                    <a:pt x="10" y="943"/>
                    <a:pt x="9" y="945"/>
                    <a:pt x="9" y="947"/>
                  </a:cubicBezTo>
                  <a:cubicBezTo>
                    <a:pt x="9" y="963"/>
                    <a:pt x="6" y="979"/>
                    <a:pt x="7" y="995"/>
                  </a:cubicBezTo>
                  <a:cubicBezTo>
                    <a:pt x="8" y="1009"/>
                    <a:pt x="9" y="1025"/>
                    <a:pt x="17" y="1035"/>
                  </a:cubicBezTo>
                  <a:cubicBezTo>
                    <a:pt x="35" y="1062"/>
                    <a:pt x="62" y="1078"/>
                    <a:pt x="95" y="1078"/>
                  </a:cubicBezTo>
                  <a:cubicBezTo>
                    <a:pt x="95" y="1078"/>
                    <a:pt x="96" y="1078"/>
                    <a:pt x="97" y="1078"/>
                  </a:cubicBezTo>
                  <a:cubicBezTo>
                    <a:pt x="121" y="1078"/>
                    <a:pt x="144" y="1073"/>
                    <a:pt x="167" y="1071"/>
                  </a:cubicBezTo>
                  <a:cubicBezTo>
                    <a:pt x="188" y="1068"/>
                    <a:pt x="209" y="1066"/>
                    <a:pt x="230" y="1064"/>
                  </a:cubicBezTo>
                  <a:cubicBezTo>
                    <a:pt x="234" y="1064"/>
                    <a:pt x="238" y="1063"/>
                    <a:pt x="243" y="1063"/>
                  </a:cubicBezTo>
                  <a:cubicBezTo>
                    <a:pt x="257" y="1062"/>
                    <a:pt x="271" y="1062"/>
                    <a:pt x="286" y="1061"/>
                  </a:cubicBezTo>
                  <a:cubicBezTo>
                    <a:pt x="289" y="1061"/>
                    <a:pt x="293" y="1061"/>
                    <a:pt x="296" y="1060"/>
                  </a:cubicBezTo>
                  <a:cubicBezTo>
                    <a:pt x="305" y="1059"/>
                    <a:pt x="315" y="1056"/>
                    <a:pt x="324" y="1055"/>
                  </a:cubicBezTo>
                  <a:cubicBezTo>
                    <a:pt x="341" y="1054"/>
                    <a:pt x="358" y="1054"/>
                    <a:pt x="375" y="1053"/>
                  </a:cubicBezTo>
                  <a:cubicBezTo>
                    <a:pt x="391" y="1052"/>
                    <a:pt x="406" y="1049"/>
                    <a:pt x="422" y="1048"/>
                  </a:cubicBezTo>
                  <a:cubicBezTo>
                    <a:pt x="426" y="1047"/>
                    <a:pt x="431" y="1047"/>
                    <a:pt x="436" y="1047"/>
                  </a:cubicBezTo>
                  <a:cubicBezTo>
                    <a:pt x="440" y="1047"/>
                    <a:pt x="443" y="1047"/>
                    <a:pt x="447" y="1047"/>
                  </a:cubicBezTo>
                  <a:cubicBezTo>
                    <a:pt x="450" y="1047"/>
                    <a:pt x="454" y="1048"/>
                    <a:pt x="457" y="1048"/>
                  </a:cubicBezTo>
                  <a:cubicBezTo>
                    <a:pt x="459" y="1048"/>
                    <a:pt x="461" y="1048"/>
                    <a:pt x="463" y="1047"/>
                  </a:cubicBezTo>
                  <a:cubicBezTo>
                    <a:pt x="492" y="1047"/>
                    <a:pt x="520" y="1046"/>
                    <a:pt x="549" y="1045"/>
                  </a:cubicBezTo>
                  <a:cubicBezTo>
                    <a:pt x="565" y="1045"/>
                    <a:pt x="582" y="1045"/>
                    <a:pt x="599" y="1043"/>
                  </a:cubicBezTo>
                  <a:cubicBezTo>
                    <a:pt x="600" y="1043"/>
                    <a:pt x="602" y="1043"/>
                    <a:pt x="604" y="1043"/>
                  </a:cubicBezTo>
                  <a:cubicBezTo>
                    <a:pt x="616" y="1043"/>
                    <a:pt x="626" y="1048"/>
                    <a:pt x="638" y="1050"/>
                  </a:cubicBezTo>
                  <a:cubicBezTo>
                    <a:pt x="668" y="1053"/>
                    <a:pt x="698" y="1055"/>
                    <a:pt x="729" y="1056"/>
                  </a:cubicBezTo>
                  <a:cubicBezTo>
                    <a:pt x="733" y="1056"/>
                    <a:pt x="738" y="1057"/>
                    <a:pt x="742" y="1057"/>
                  </a:cubicBezTo>
                  <a:cubicBezTo>
                    <a:pt x="750" y="1057"/>
                    <a:pt x="757" y="1056"/>
                    <a:pt x="764" y="1054"/>
                  </a:cubicBezTo>
                  <a:cubicBezTo>
                    <a:pt x="780" y="1050"/>
                    <a:pt x="794" y="1043"/>
                    <a:pt x="809" y="1038"/>
                  </a:cubicBezTo>
                  <a:cubicBezTo>
                    <a:pt x="811" y="1037"/>
                    <a:pt x="813" y="1036"/>
                    <a:pt x="814" y="1034"/>
                  </a:cubicBezTo>
                  <a:cubicBezTo>
                    <a:pt x="825" y="1017"/>
                    <a:pt x="828" y="998"/>
                    <a:pt x="821" y="980"/>
                  </a:cubicBezTo>
                  <a:cubicBezTo>
                    <a:pt x="817" y="970"/>
                    <a:pt x="807" y="961"/>
                    <a:pt x="798" y="954"/>
                  </a:cubicBezTo>
                  <a:cubicBezTo>
                    <a:pt x="776" y="937"/>
                    <a:pt x="751" y="929"/>
                    <a:pt x="724" y="923"/>
                  </a:cubicBezTo>
                  <a:cubicBezTo>
                    <a:pt x="717" y="921"/>
                    <a:pt x="707" y="919"/>
                    <a:pt x="705" y="915"/>
                  </a:cubicBezTo>
                  <a:cubicBezTo>
                    <a:pt x="699" y="905"/>
                    <a:pt x="696" y="894"/>
                    <a:pt x="694" y="883"/>
                  </a:cubicBezTo>
                  <a:cubicBezTo>
                    <a:pt x="690" y="860"/>
                    <a:pt x="693" y="836"/>
                    <a:pt x="684" y="814"/>
                  </a:cubicBezTo>
                  <a:cubicBezTo>
                    <a:pt x="683" y="811"/>
                    <a:pt x="682" y="808"/>
                    <a:pt x="682" y="805"/>
                  </a:cubicBezTo>
                  <a:cubicBezTo>
                    <a:pt x="686" y="782"/>
                    <a:pt x="671" y="771"/>
                    <a:pt x="655" y="762"/>
                  </a:cubicBezTo>
                  <a:cubicBezTo>
                    <a:pt x="638" y="751"/>
                    <a:pt x="620" y="741"/>
                    <a:pt x="601" y="733"/>
                  </a:cubicBezTo>
                  <a:cubicBezTo>
                    <a:pt x="583" y="725"/>
                    <a:pt x="565" y="720"/>
                    <a:pt x="546" y="714"/>
                  </a:cubicBezTo>
                  <a:cubicBezTo>
                    <a:pt x="539" y="711"/>
                    <a:pt x="532" y="708"/>
                    <a:pt x="525" y="707"/>
                  </a:cubicBezTo>
                  <a:cubicBezTo>
                    <a:pt x="510" y="706"/>
                    <a:pt x="495" y="707"/>
                    <a:pt x="480" y="706"/>
                  </a:cubicBezTo>
                  <a:cubicBezTo>
                    <a:pt x="468" y="706"/>
                    <a:pt x="465" y="702"/>
                    <a:pt x="471" y="691"/>
                  </a:cubicBezTo>
                  <a:cubicBezTo>
                    <a:pt x="480" y="674"/>
                    <a:pt x="492" y="658"/>
                    <a:pt x="499" y="640"/>
                  </a:cubicBezTo>
                  <a:cubicBezTo>
                    <a:pt x="509" y="616"/>
                    <a:pt x="531" y="602"/>
                    <a:pt x="547" y="583"/>
                  </a:cubicBezTo>
                  <a:cubicBezTo>
                    <a:pt x="558" y="569"/>
                    <a:pt x="579" y="565"/>
                    <a:pt x="584" y="545"/>
                  </a:cubicBezTo>
                  <a:cubicBezTo>
                    <a:pt x="585" y="541"/>
                    <a:pt x="593" y="537"/>
                    <a:pt x="598" y="534"/>
                  </a:cubicBezTo>
                  <a:cubicBezTo>
                    <a:pt x="615" y="521"/>
                    <a:pt x="635" y="510"/>
                    <a:pt x="640" y="486"/>
                  </a:cubicBezTo>
                  <a:cubicBezTo>
                    <a:pt x="643" y="472"/>
                    <a:pt x="637" y="454"/>
                    <a:pt x="625" y="451"/>
                  </a:cubicBezTo>
                  <a:cubicBezTo>
                    <a:pt x="612" y="448"/>
                    <a:pt x="599" y="448"/>
                    <a:pt x="585" y="446"/>
                  </a:cubicBezTo>
                  <a:cubicBezTo>
                    <a:pt x="581" y="445"/>
                    <a:pt x="575" y="443"/>
                    <a:pt x="572" y="440"/>
                  </a:cubicBezTo>
                  <a:cubicBezTo>
                    <a:pt x="571" y="438"/>
                    <a:pt x="573" y="431"/>
                    <a:pt x="575" y="428"/>
                  </a:cubicBezTo>
                  <a:cubicBezTo>
                    <a:pt x="585" y="412"/>
                    <a:pt x="595" y="396"/>
                    <a:pt x="605" y="381"/>
                  </a:cubicBezTo>
                  <a:cubicBezTo>
                    <a:pt x="614" y="368"/>
                    <a:pt x="624" y="356"/>
                    <a:pt x="634" y="344"/>
                  </a:cubicBezTo>
                  <a:cubicBezTo>
                    <a:pt x="646" y="330"/>
                    <a:pt x="652" y="314"/>
                    <a:pt x="651" y="296"/>
                  </a:cubicBezTo>
                  <a:cubicBezTo>
                    <a:pt x="649" y="279"/>
                    <a:pt x="646" y="270"/>
                    <a:pt x="626" y="270"/>
                  </a:cubicBezTo>
                  <a:cubicBezTo>
                    <a:pt x="625" y="270"/>
                    <a:pt x="624" y="270"/>
                    <a:pt x="623" y="270"/>
                  </a:cubicBezTo>
                  <a:cubicBezTo>
                    <a:pt x="598" y="270"/>
                    <a:pt x="573" y="271"/>
                    <a:pt x="548" y="274"/>
                  </a:cubicBezTo>
                  <a:cubicBezTo>
                    <a:pt x="527" y="277"/>
                    <a:pt x="506" y="282"/>
                    <a:pt x="484" y="285"/>
                  </a:cubicBezTo>
                  <a:cubicBezTo>
                    <a:pt x="483" y="285"/>
                    <a:pt x="481" y="285"/>
                    <a:pt x="479" y="285"/>
                  </a:cubicBezTo>
                  <a:cubicBezTo>
                    <a:pt x="474" y="285"/>
                    <a:pt x="469" y="285"/>
                    <a:pt x="467" y="282"/>
                  </a:cubicBezTo>
                  <a:cubicBezTo>
                    <a:pt x="462" y="276"/>
                    <a:pt x="469" y="271"/>
                    <a:pt x="473" y="265"/>
                  </a:cubicBezTo>
                  <a:cubicBezTo>
                    <a:pt x="481" y="255"/>
                    <a:pt x="500" y="253"/>
                    <a:pt x="499" y="235"/>
                  </a:cubicBezTo>
                  <a:cubicBezTo>
                    <a:pt x="499" y="235"/>
                    <a:pt x="500" y="234"/>
                    <a:pt x="500" y="234"/>
                  </a:cubicBezTo>
                  <a:cubicBezTo>
                    <a:pt x="512" y="229"/>
                    <a:pt x="523" y="223"/>
                    <a:pt x="534" y="219"/>
                  </a:cubicBezTo>
                  <a:cubicBezTo>
                    <a:pt x="545" y="215"/>
                    <a:pt x="555" y="213"/>
                    <a:pt x="565" y="209"/>
                  </a:cubicBezTo>
                  <a:cubicBezTo>
                    <a:pt x="587" y="199"/>
                    <a:pt x="608" y="189"/>
                    <a:pt x="628" y="178"/>
                  </a:cubicBezTo>
                  <a:cubicBezTo>
                    <a:pt x="648" y="168"/>
                    <a:pt x="670" y="160"/>
                    <a:pt x="688" y="146"/>
                  </a:cubicBezTo>
                  <a:cubicBezTo>
                    <a:pt x="707" y="131"/>
                    <a:pt x="723" y="112"/>
                    <a:pt x="740" y="95"/>
                  </a:cubicBezTo>
                  <a:cubicBezTo>
                    <a:pt x="755" y="80"/>
                    <a:pt x="756" y="62"/>
                    <a:pt x="753" y="44"/>
                  </a:cubicBezTo>
                  <a:cubicBezTo>
                    <a:pt x="752" y="38"/>
                    <a:pt x="743" y="30"/>
                    <a:pt x="736" y="27"/>
                  </a:cubicBezTo>
                  <a:cubicBezTo>
                    <a:pt x="723" y="21"/>
                    <a:pt x="709" y="19"/>
                    <a:pt x="695" y="14"/>
                  </a:cubicBezTo>
                  <a:cubicBezTo>
                    <a:pt x="683" y="10"/>
                    <a:pt x="672" y="0"/>
                    <a:pt x="6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3" name="Freeform 272"/>
            <p:cNvSpPr/>
            <p:nvPr/>
          </p:nvSpPr>
          <p:spPr bwMode="auto">
            <a:xfrm>
              <a:off x="3183929" y="1612381"/>
              <a:ext cx="293205" cy="333465"/>
            </a:xfrm>
            <a:custGeom>
              <a:avLst/>
              <a:gdLst>
                <a:gd name="T0" fmla="*/ 290 w 805"/>
                <a:gd name="T1" fmla="*/ 60 h 913"/>
                <a:gd name="T2" fmla="*/ 304 w 805"/>
                <a:gd name="T3" fmla="*/ 216 h 913"/>
                <a:gd name="T4" fmla="*/ 292 w 805"/>
                <a:gd name="T5" fmla="*/ 336 h 913"/>
                <a:gd name="T6" fmla="*/ 278 w 805"/>
                <a:gd name="T7" fmla="*/ 420 h 913"/>
                <a:gd name="T8" fmla="*/ 142 w 805"/>
                <a:gd name="T9" fmla="*/ 460 h 913"/>
                <a:gd name="T10" fmla="*/ 130 w 805"/>
                <a:gd name="T11" fmla="*/ 461 h 913"/>
                <a:gd name="T12" fmla="*/ 107 w 805"/>
                <a:gd name="T13" fmla="*/ 466 h 913"/>
                <a:gd name="T14" fmla="*/ 7 w 805"/>
                <a:gd name="T15" fmla="*/ 478 h 913"/>
                <a:gd name="T16" fmla="*/ 42 w 805"/>
                <a:gd name="T17" fmla="*/ 562 h 913"/>
                <a:gd name="T18" fmla="*/ 182 w 805"/>
                <a:gd name="T19" fmla="*/ 563 h 913"/>
                <a:gd name="T20" fmla="*/ 240 w 805"/>
                <a:gd name="T21" fmla="*/ 560 h 913"/>
                <a:gd name="T22" fmla="*/ 195 w 805"/>
                <a:gd name="T23" fmla="*/ 660 h 913"/>
                <a:gd name="T24" fmla="*/ 135 w 805"/>
                <a:gd name="T25" fmla="*/ 729 h 913"/>
                <a:gd name="T26" fmla="*/ 63 w 805"/>
                <a:gd name="T27" fmla="*/ 795 h 913"/>
                <a:gd name="T28" fmla="*/ 16 w 805"/>
                <a:gd name="T29" fmla="*/ 829 h 913"/>
                <a:gd name="T30" fmla="*/ 36 w 805"/>
                <a:gd name="T31" fmla="*/ 883 h 913"/>
                <a:gd name="T32" fmla="*/ 156 w 805"/>
                <a:gd name="T33" fmla="*/ 879 h 913"/>
                <a:gd name="T34" fmla="*/ 295 w 805"/>
                <a:gd name="T35" fmla="*/ 805 h 913"/>
                <a:gd name="T36" fmla="*/ 426 w 805"/>
                <a:gd name="T37" fmla="*/ 646 h 913"/>
                <a:gd name="T38" fmla="*/ 458 w 805"/>
                <a:gd name="T39" fmla="*/ 643 h 913"/>
                <a:gd name="T40" fmla="*/ 553 w 805"/>
                <a:gd name="T41" fmla="*/ 730 h 913"/>
                <a:gd name="T42" fmla="*/ 639 w 805"/>
                <a:gd name="T43" fmla="*/ 829 h 913"/>
                <a:gd name="T44" fmla="*/ 733 w 805"/>
                <a:gd name="T45" fmla="*/ 913 h 913"/>
                <a:gd name="T46" fmla="*/ 781 w 805"/>
                <a:gd name="T47" fmla="*/ 832 h 913"/>
                <a:gd name="T48" fmla="*/ 799 w 805"/>
                <a:gd name="T49" fmla="*/ 733 h 913"/>
                <a:gd name="T50" fmla="*/ 759 w 805"/>
                <a:gd name="T51" fmla="*/ 650 h 913"/>
                <a:gd name="T52" fmla="*/ 668 w 805"/>
                <a:gd name="T53" fmla="*/ 578 h 913"/>
                <a:gd name="T54" fmla="*/ 581 w 805"/>
                <a:gd name="T55" fmla="*/ 547 h 913"/>
                <a:gd name="T56" fmla="*/ 530 w 805"/>
                <a:gd name="T57" fmla="*/ 547 h 913"/>
                <a:gd name="T58" fmla="*/ 486 w 805"/>
                <a:gd name="T59" fmla="*/ 545 h 913"/>
                <a:gd name="T60" fmla="*/ 465 w 805"/>
                <a:gd name="T61" fmla="*/ 507 h 913"/>
                <a:gd name="T62" fmla="*/ 528 w 805"/>
                <a:gd name="T63" fmla="*/ 453 h 913"/>
                <a:gd name="T64" fmla="*/ 681 w 805"/>
                <a:gd name="T65" fmla="*/ 385 h 913"/>
                <a:gd name="T66" fmla="*/ 742 w 805"/>
                <a:gd name="T67" fmla="*/ 367 h 913"/>
                <a:gd name="T68" fmla="*/ 794 w 805"/>
                <a:gd name="T69" fmla="*/ 326 h 913"/>
                <a:gd name="T70" fmla="*/ 779 w 805"/>
                <a:gd name="T71" fmla="*/ 281 h 913"/>
                <a:gd name="T72" fmla="*/ 763 w 805"/>
                <a:gd name="T73" fmla="*/ 217 h 913"/>
                <a:gd name="T74" fmla="*/ 654 w 805"/>
                <a:gd name="T75" fmla="*/ 238 h 913"/>
                <a:gd name="T76" fmla="*/ 612 w 805"/>
                <a:gd name="T77" fmla="*/ 252 h 913"/>
                <a:gd name="T78" fmla="*/ 599 w 805"/>
                <a:gd name="T79" fmla="*/ 256 h 913"/>
                <a:gd name="T80" fmla="*/ 513 w 805"/>
                <a:gd name="T81" fmla="*/ 294 h 913"/>
                <a:gd name="T82" fmla="*/ 497 w 805"/>
                <a:gd name="T83" fmla="*/ 298 h 913"/>
                <a:gd name="T84" fmla="*/ 488 w 805"/>
                <a:gd name="T85" fmla="*/ 239 h 913"/>
                <a:gd name="T86" fmla="*/ 492 w 805"/>
                <a:gd name="T87" fmla="*/ 171 h 913"/>
                <a:gd name="T88" fmla="*/ 461 w 805"/>
                <a:gd name="T89" fmla="*/ 39 h 913"/>
                <a:gd name="T90" fmla="*/ 386 w 805"/>
                <a:gd name="T91" fmla="*/ 0 h 9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805" h="913">
                  <a:moveTo>
                    <a:pt x="386" y="0"/>
                  </a:moveTo>
                  <a:cubicBezTo>
                    <a:pt x="370" y="0"/>
                    <a:pt x="355" y="6"/>
                    <a:pt x="341" y="15"/>
                  </a:cubicBezTo>
                  <a:cubicBezTo>
                    <a:pt x="323" y="28"/>
                    <a:pt x="307" y="45"/>
                    <a:pt x="290" y="60"/>
                  </a:cubicBezTo>
                  <a:cubicBezTo>
                    <a:pt x="279" y="70"/>
                    <a:pt x="280" y="79"/>
                    <a:pt x="291" y="88"/>
                  </a:cubicBezTo>
                  <a:cubicBezTo>
                    <a:pt x="295" y="91"/>
                    <a:pt x="300" y="95"/>
                    <a:pt x="300" y="100"/>
                  </a:cubicBezTo>
                  <a:cubicBezTo>
                    <a:pt x="304" y="138"/>
                    <a:pt x="308" y="177"/>
                    <a:pt x="304" y="216"/>
                  </a:cubicBezTo>
                  <a:cubicBezTo>
                    <a:pt x="302" y="226"/>
                    <a:pt x="301" y="235"/>
                    <a:pt x="301" y="245"/>
                  </a:cubicBezTo>
                  <a:cubicBezTo>
                    <a:pt x="301" y="262"/>
                    <a:pt x="299" y="279"/>
                    <a:pt x="296" y="295"/>
                  </a:cubicBezTo>
                  <a:cubicBezTo>
                    <a:pt x="293" y="309"/>
                    <a:pt x="293" y="322"/>
                    <a:pt x="292" y="336"/>
                  </a:cubicBezTo>
                  <a:cubicBezTo>
                    <a:pt x="291" y="348"/>
                    <a:pt x="291" y="360"/>
                    <a:pt x="287" y="371"/>
                  </a:cubicBezTo>
                  <a:cubicBezTo>
                    <a:pt x="285" y="379"/>
                    <a:pt x="283" y="385"/>
                    <a:pt x="284" y="394"/>
                  </a:cubicBezTo>
                  <a:cubicBezTo>
                    <a:pt x="285" y="403"/>
                    <a:pt x="287" y="415"/>
                    <a:pt x="278" y="420"/>
                  </a:cubicBezTo>
                  <a:cubicBezTo>
                    <a:pt x="264" y="427"/>
                    <a:pt x="248" y="432"/>
                    <a:pt x="233" y="437"/>
                  </a:cubicBezTo>
                  <a:cubicBezTo>
                    <a:pt x="218" y="442"/>
                    <a:pt x="203" y="447"/>
                    <a:pt x="189" y="450"/>
                  </a:cubicBezTo>
                  <a:cubicBezTo>
                    <a:pt x="173" y="454"/>
                    <a:pt x="157" y="458"/>
                    <a:pt x="142" y="460"/>
                  </a:cubicBezTo>
                  <a:cubicBezTo>
                    <a:pt x="139" y="461"/>
                    <a:pt x="136" y="461"/>
                    <a:pt x="133" y="461"/>
                  </a:cubicBezTo>
                  <a:cubicBezTo>
                    <a:pt x="132" y="461"/>
                    <a:pt x="132" y="461"/>
                    <a:pt x="132" y="461"/>
                  </a:cubicBezTo>
                  <a:cubicBezTo>
                    <a:pt x="131" y="461"/>
                    <a:pt x="131" y="461"/>
                    <a:pt x="130" y="461"/>
                  </a:cubicBezTo>
                  <a:cubicBezTo>
                    <a:pt x="124" y="461"/>
                    <a:pt x="117" y="461"/>
                    <a:pt x="111" y="466"/>
                  </a:cubicBezTo>
                  <a:cubicBezTo>
                    <a:pt x="110" y="467"/>
                    <a:pt x="110" y="467"/>
                    <a:pt x="109" y="467"/>
                  </a:cubicBezTo>
                  <a:cubicBezTo>
                    <a:pt x="109" y="467"/>
                    <a:pt x="108" y="466"/>
                    <a:pt x="107" y="466"/>
                  </a:cubicBezTo>
                  <a:cubicBezTo>
                    <a:pt x="85" y="457"/>
                    <a:pt x="62" y="455"/>
                    <a:pt x="40" y="455"/>
                  </a:cubicBezTo>
                  <a:cubicBezTo>
                    <a:pt x="36" y="455"/>
                    <a:pt x="33" y="455"/>
                    <a:pt x="29" y="456"/>
                  </a:cubicBezTo>
                  <a:cubicBezTo>
                    <a:pt x="10" y="456"/>
                    <a:pt x="8" y="458"/>
                    <a:pt x="7" y="478"/>
                  </a:cubicBezTo>
                  <a:cubicBezTo>
                    <a:pt x="7" y="480"/>
                    <a:pt x="6" y="482"/>
                    <a:pt x="6" y="484"/>
                  </a:cubicBezTo>
                  <a:cubicBezTo>
                    <a:pt x="5" y="498"/>
                    <a:pt x="0" y="511"/>
                    <a:pt x="5" y="528"/>
                  </a:cubicBezTo>
                  <a:cubicBezTo>
                    <a:pt x="12" y="548"/>
                    <a:pt x="27" y="557"/>
                    <a:pt x="42" y="562"/>
                  </a:cubicBezTo>
                  <a:cubicBezTo>
                    <a:pt x="61" y="568"/>
                    <a:pt x="82" y="570"/>
                    <a:pt x="102" y="570"/>
                  </a:cubicBezTo>
                  <a:cubicBezTo>
                    <a:pt x="104" y="570"/>
                    <a:pt x="105" y="570"/>
                    <a:pt x="107" y="570"/>
                  </a:cubicBezTo>
                  <a:cubicBezTo>
                    <a:pt x="132" y="570"/>
                    <a:pt x="157" y="566"/>
                    <a:pt x="182" y="563"/>
                  </a:cubicBezTo>
                  <a:cubicBezTo>
                    <a:pt x="193" y="562"/>
                    <a:pt x="204" y="560"/>
                    <a:pt x="215" y="559"/>
                  </a:cubicBezTo>
                  <a:cubicBezTo>
                    <a:pt x="218" y="559"/>
                    <a:pt x="221" y="559"/>
                    <a:pt x="225" y="559"/>
                  </a:cubicBezTo>
                  <a:cubicBezTo>
                    <a:pt x="230" y="559"/>
                    <a:pt x="235" y="559"/>
                    <a:pt x="240" y="560"/>
                  </a:cubicBezTo>
                  <a:cubicBezTo>
                    <a:pt x="241" y="560"/>
                    <a:pt x="243" y="565"/>
                    <a:pt x="243" y="568"/>
                  </a:cubicBezTo>
                  <a:cubicBezTo>
                    <a:pt x="240" y="578"/>
                    <a:pt x="238" y="591"/>
                    <a:pt x="231" y="598"/>
                  </a:cubicBezTo>
                  <a:cubicBezTo>
                    <a:pt x="215" y="616"/>
                    <a:pt x="215" y="645"/>
                    <a:pt x="195" y="660"/>
                  </a:cubicBezTo>
                  <a:cubicBezTo>
                    <a:pt x="194" y="661"/>
                    <a:pt x="194" y="663"/>
                    <a:pt x="194" y="664"/>
                  </a:cubicBezTo>
                  <a:cubicBezTo>
                    <a:pt x="188" y="680"/>
                    <a:pt x="176" y="691"/>
                    <a:pt x="164" y="702"/>
                  </a:cubicBezTo>
                  <a:cubicBezTo>
                    <a:pt x="155" y="711"/>
                    <a:pt x="144" y="720"/>
                    <a:pt x="135" y="729"/>
                  </a:cubicBezTo>
                  <a:cubicBezTo>
                    <a:pt x="127" y="737"/>
                    <a:pt x="122" y="748"/>
                    <a:pt x="113" y="754"/>
                  </a:cubicBezTo>
                  <a:cubicBezTo>
                    <a:pt x="100" y="763"/>
                    <a:pt x="92" y="781"/>
                    <a:pt x="76" y="786"/>
                  </a:cubicBezTo>
                  <a:cubicBezTo>
                    <a:pt x="71" y="787"/>
                    <a:pt x="67" y="791"/>
                    <a:pt x="63" y="795"/>
                  </a:cubicBezTo>
                  <a:cubicBezTo>
                    <a:pt x="54" y="802"/>
                    <a:pt x="46" y="810"/>
                    <a:pt x="37" y="817"/>
                  </a:cubicBezTo>
                  <a:cubicBezTo>
                    <a:pt x="35" y="819"/>
                    <a:pt x="31" y="818"/>
                    <a:pt x="28" y="820"/>
                  </a:cubicBezTo>
                  <a:cubicBezTo>
                    <a:pt x="23" y="822"/>
                    <a:pt x="17" y="825"/>
                    <a:pt x="16" y="829"/>
                  </a:cubicBezTo>
                  <a:cubicBezTo>
                    <a:pt x="15" y="835"/>
                    <a:pt x="17" y="846"/>
                    <a:pt x="20" y="848"/>
                  </a:cubicBezTo>
                  <a:cubicBezTo>
                    <a:pt x="30" y="853"/>
                    <a:pt x="29" y="860"/>
                    <a:pt x="27" y="868"/>
                  </a:cubicBezTo>
                  <a:cubicBezTo>
                    <a:pt x="25" y="876"/>
                    <a:pt x="29" y="881"/>
                    <a:pt x="36" y="883"/>
                  </a:cubicBezTo>
                  <a:cubicBezTo>
                    <a:pt x="50" y="888"/>
                    <a:pt x="64" y="894"/>
                    <a:pt x="78" y="896"/>
                  </a:cubicBezTo>
                  <a:cubicBezTo>
                    <a:pt x="84" y="896"/>
                    <a:pt x="89" y="897"/>
                    <a:pt x="95" y="897"/>
                  </a:cubicBezTo>
                  <a:cubicBezTo>
                    <a:pt x="116" y="897"/>
                    <a:pt x="137" y="891"/>
                    <a:pt x="156" y="879"/>
                  </a:cubicBezTo>
                  <a:cubicBezTo>
                    <a:pt x="177" y="867"/>
                    <a:pt x="198" y="855"/>
                    <a:pt x="220" y="844"/>
                  </a:cubicBezTo>
                  <a:cubicBezTo>
                    <a:pt x="227" y="839"/>
                    <a:pt x="236" y="836"/>
                    <a:pt x="244" y="832"/>
                  </a:cubicBezTo>
                  <a:cubicBezTo>
                    <a:pt x="261" y="823"/>
                    <a:pt x="278" y="814"/>
                    <a:pt x="295" y="805"/>
                  </a:cubicBezTo>
                  <a:cubicBezTo>
                    <a:pt x="307" y="799"/>
                    <a:pt x="319" y="794"/>
                    <a:pt x="328" y="785"/>
                  </a:cubicBezTo>
                  <a:cubicBezTo>
                    <a:pt x="350" y="760"/>
                    <a:pt x="375" y="737"/>
                    <a:pt x="391" y="706"/>
                  </a:cubicBezTo>
                  <a:cubicBezTo>
                    <a:pt x="402" y="685"/>
                    <a:pt x="415" y="666"/>
                    <a:pt x="426" y="646"/>
                  </a:cubicBezTo>
                  <a:cubicBezTo>
                    <a:pt x="430" y="639"/>
                    <a:pt x="433" y="636"/>
                    <a:pt x="439" y="636"/>
                  </a:cubicBezTo>
                  <a:cubicBezTo>
                    <a:pt x="440" y="636"/>
                    <a:pt x="441" y="636"/>
                    <a:pt x="442" y="636"/>
                  </a:cubicBezTo>
                  <a:cubicBezTo>
                    <a:pt x="448" y="637"/>
                    <a:pt x="453" y="639"/>
                    <a:pt x="458" y="643"/>
                  </a:cubicBezTo>
                  <a:cubicBezTo>
                    <a:pt x="469" y="651"/>
                    <a:pt x="480" y="660"/>
                    <a:pt x="491" y="669"/>
                  </a:cubicBezTo>
                  <a:cubicBezTo>
                    <a:pt x="503" y="679"/>
                    <a:pt x="516" y="686"/>
                    <a:pt x="525" y="698"/>
                  </a:cubicBezTo>
                  <a:cubicBezTo>
                    <a:pt x="534" y="709"/>
                    <a:pt x="542" y="720"/>
                    <a:pt x="553" y="730"/>
                  </a:cubicBezTo>
                  <a:cubicBezTo>
                    <a:pt x="567" y="742"/>
                    <a:pt x="578" y="760"/>
                    <a:pt x="591" y="774"/>
                  </a:cubicBezTo>
                  <a:cubicBezTo>
                    <a:pt x="598" y="782"/>
                    <a:pt x="607" y="787"/>
                    <a:pt x="614" y="794"/>
                  </a:cubicBezTo>
                  <a:cubicBezTo>
                    <a:pt x="623" y="805"/>
                    <a:pt x="631" y="817"/>
                    <a:pt x="639" y="829"/>
                  </a:cubicBezTo>
                  <a:cubicBezTo>
                    <a:pt x="649" y="841"/>
                    <a:pt x="658" y="855"/>
                    <a:pt x="669" y="865"/>
                  </a:cubicBezTo>
                  <a:cubicBezTo>
                    <a:pt x="684" y="881"/>
                    <a:pt x="700" y="895"/>
                    <a:pt x="718" y="907"/>
                  </a:cubicBezTo>
                  <a:cubicBezTo>
                    <a:pt x="724" y="911"/>
                    <a:pt x="729" y="913"/>
                    <a:pt x="733" y="913"/>
                  </a:cubicBezTo>
                  <a:cubicBezTo>
                    <a:pt x="738" y="913"/>
                    <a:pt x="743" y="910"/>
                    <a:pt x="748" y="903"/>
                  </a:cubicBezTo>
                  <a:cubicBezTo>
                    <a:pt x="755" y="892"/>
                    <a:pt x="761" y="879"/>
                    <a:pt x="766" y="866"/>
                  </a:cubicBezTo>
                  <a:cubicBezTo>
                    <a:pt x="771" y="855"/>
                    <a:pt x="774" y="841"/>
                    <a:pt x="781" y="832"/>
                  </a:cubicBezTo>
                  <a:cubicBezTo>
                    <a:pt x="786" y="824"/>
                    <a:pt x="788" y="817"/>
                    <a:pt x="788" y="808"/>
                  </a:cubicBezTo>
                  <a:cubicBezTo>
                    <a:pt x="788" y="805"/>
                    <a:pt x="790" y="801"/>
                    <a:pt x="791" y="798"/>
                  </a:cubicBezTo>
                  <a:cubicBezTo>
                    <a:pt x="799" y="777"/>
                    <a:pt x="805" y="756"/>
                    <a:pt x="799" y="733"/>
                  </a:cubicBezTo>
                  <a:cubicBezTo>
                    <a:pt x="798" y="728"/>
                    <a:pt x="798" y="723"/>
                    <a:pt x="797" y="718"/>
                  </a:cubicBezTo>
                  <a:cubicBezTo>
                    <a:pt x="793" y="707"/>
                    <a:pt x="790" y="695"/>
                    <a:pt x="784" y="685"/>
                  </a:cubicBezTo>
                  <a:cubicBezTo>
                    <a:pt x="777" y="672"/>
                    <a:pt x="769" y="661"/>
                    <a:pt x="759" y="650"/>
                  </a:cubicBezTo>
                  <a:cubicBezTo>
                    <a:pt x="749" y="637"/>
                    <a:pt x="739" y="625"/>
                    <a:pt x="727" y="615"/>
                  </a:cubicBezTo>
                  <a:cubicBezTo>
                    <a:pt x="713" y="604"/>
                    <a:pt x="697" y="595"/>
                    <a:pt x="682" y="585"/>
                  </a:cubicBezTo>
                  <a:cubicBezTo>
                    <a:pt x="677" y="582"/>
                    <a:pt x="672" y="581"/>
                    <a:pt x="668" y="578"/>
                  </a:cubicBezTo>
                  <a:cubicBezTo>
                    <a:pt x="650" y="565"/>
                    <a:pt x="632" y="553"/>
                    <a:pt x="610" y="550"/>
                  </a:cubicBezTo>
                  <a:cubicBezTo>
                    <a:pt x="601" y="548"/>
                    <a:pt x="591" y="547"/>
                    <a:pt x="581" y="547"/>
                  </a:cubicBezTo>
                  <a:cubicBezTo>
                    <a:pt x="581" y="547"/>
                    <a:pt x="581" y="547"/>
                    <a:pt x="581" y="547"/>
                  </a:cubicBezTo>
                  <a:cubicBezTo>
                    <a:pt x="575" y="547"/>
                    <a:pt x="569" y="548"/>
                    <a:pt x="564" y="549"/>
                  </a:cubicBezTo>
                  <a:cubicBezTo>
                    <a:pt x="558" y="549"/>
                    <a:pt x="552" y="550"/>
                    <a:pt x="546" y="550"/>
                  </a:cubicBezTo>
                  <a:cubicBezTo>
                    <a:pt x="541" y="550"/>
                    <a:pt x="535" y="549"/>
                    <a:pt x="530" y="547"/>
                  </a:cubicBezTo>
                  <a:cubicBezTo>
                    <a:pt x="523" y="544"/>
                    <a:pt x="516" y="544"/>
                    <a:pt x="509" y="544"/>
                  </a:cubicBezTo>
                  <a:cubicBezTo>
                    <a:pt x="505" y="544"/>
                    <a:pt x="501" y="544"/>
                    <a:pt x="497" y="544"/>
                  </a:cubicBezTo>
                  <a:cubicBezTo>
                    <a:pt x="493" y="544"/>
                    <a:pt x="490" y="545"/>
                    <a:pt x="486" y="545"/>
                  </a:cubicBezTo>
                  <a:cubicBezTo>
                    <a:pt x="482" y="545"/>
                    <a:pt x="479" y="544"/>
                    <a:pt x="475" y="544"/>
                  </a:cubicBezTo>
                  <a:cubicBezTo>
                    <a:pt x="465" y="542"/>
                    <a:pt x="463" y="539"/>
                    <a:pt x="463" y="531"/>
                  </a:cubicBezTo>
                  <a:cubicBezTo>
                    <a:pt x="463" y="523"/>
                    <a:pt x="464" y="515"/>
                    <a:pt x="465" y="507"/>
                  </a:cubicBezTo>
                  <a:cubicBezTo>
                    <a:pt x="465" y="504"/>
                    <a:pt x="467" y="502"/>
                    <a:pt x="468" y="500"/>
                  </a:cubicBezTo>
                  <a:cubicBezTo>
                    <a:pt x="477" y="479"/>
                    <a:pt x="496" y="471"/>
                    <a:pt x="513" y="460"/>
                  </a:cubicBezTo>
                  <a:cubicBezTo>
                    <a:pt x="518" y="457"/>
                    <a:pt x="523" y="455"/>
                    <a:pt x="528" y="453"/>
                  </a:cubicBezTo>
                  <a:cubicBezTo>
                    <a:pt x="544" y="448"/>
                    <a:pt x="561" y="446"/>
                    <a:pt x="576" y="439"/>
                  </a:cubicBezTo>
                  <a:cubicBezTo>
                    <a:pt x="595" y="430"/>
                    <a:pt x="612" y="417"/>
                    <a:pt x="630" y="406"/>
                  </a:cubicBezTo>
                  <a:cubicBezTo>
                    <a:pt x="646" y="397"/>
                    <a:pt x="662" y="387"/>
                    <a:pt x="681" y="385"/>
                  </a:cubicBezTo>
                  <a:cubicBezTo>
                    <a:pt x="690" y="384"/>
                    <a:pt x="702" y="382"/>
                    <a:pt x="710" y="376"/>
                  </a:cubicBezTo>
                  <a:cubicBezTo>
                    <a:pt x="719" y="369"/>
                    <a:pt x="728" y="366"/>
                    <a:pt x="738" y="366"/>
                  </a:cubicBezTo>
                  <a:cubicBezTo>
                    <a:pt x="739" y="366"/>
                    <a:pt x="740" y="366"/>
                    <a:pt x="742" y="367"/>
                  </a:cubicBezTo>
                  <a:cubicBezTo>
                    <a:pt x="743" y="367"/>
                    <a:pt x="744" y="367"/>
                    <a:pt x="744" y="367"/>
                  </a:cubicBezTo>
                  <a:cubicBezTo>
                    <a:pt x="754" y="367"/>
                    <a:pt x="760" y="361"/>
                    <a:pt x="766" y="352"/>
                  </a:cubicBezTo>
                  <a:cubicBezTo>
                    <a:pt x="773" y="341"/>
                    <a:pt x="778" y="326"/>
                    <a:pt x="794" y="326"/>
                  </a:cubicBezTo>
                  <a:cubicBezTo>
                    <a:pt x="795" y="326"/>
                    <a:pt x="795" y="326"/>
                    <a:pt x="796" y="326"/>
                  </a:cubicBezTo>
                  <a:cubicBezTo>
                    <a:pt x="797" y="315"/>
                    <a:pt x="796" y="313"/>
                    <a:pt x="785" y="301"/>
                  </a:cubicBezTo>
                  <a:cubicBezTo>
                    <a:pt x="779" y="295"/>
                    <a:pt x="777" y="291"/>
                    <a:pt x="779" y="281"/>
                  </a:cubicBezTo>
                  <a:cubicBezTo>
                    <a:pt x="781" y="276"/>
                    <a:pt x="779" y="266"/>
                    <a:pt x="776" y="262"/>
                  </a:cubicBezTo>
                  <a:cubicBezTo>
                    <a:pt x="766" y="249"/>
                    <a:pt x="764" y="237"/>
                    <a:pt x="774" y="222"/>
                  </a:cubicBezTo>
                  <a:cubicBezTo>
                    <a:pt x="770" y="220"/>
                    <a:pt x="767" y="217"/>
                    <a:pt x="763" y="217"/>
                  </a:cubicBezTo>
                  <a:cubicBezTo>
                    <a:pt x="746" y="217"/>
                    <a:pt x="729" y="217"/>
                    <a:pt x="711" y="218"/>
                  </a:cubicBezTo>
                  <a:cubicBezTo>
                    <a:pt x="707" y="218"/>
                    <a:pt x="703" y="219"/>
                    <a:pt x="699" y="220"/>
                  </a:cubicBezTo>
                  <a:cubicBezTo>
                    <a:pt x="684" y="226"/>
                    <a:pt x="669" y="232"/>
                    <a:pt x="654" y="238"/>
                  </a:cubicBezTo>
                  <a:cubicBezTo>
                    <a:pt x="641" y="243"/>
                    <a:pt x="624" y="234"/>
                    <a:pt x="615" y="251"/>
                  </a:cubicBezTo>
                  <a:cubicBezTo>
                    <a:pt x="614" y="252"/>
                    <a:pt x="614" y="252"/>
                    <a:pt x="613" y="252"/>
                  </a:cubicBezTo>
                  <a:cubicBezTo>
                    <a:pt x="613" y="252"/>
                    <a:pt x="612" y="252"/>
                    <a:pt x="612" y="252"/>
                  </a:cubicBezTo>
                  <a:cubicBezTo>
                    <a:pt x="611" y="252"/>
                    <a:pt x="611" y="252"/>
                    <a:pt x="610" y="252"/>
                  </a:cubicBezTo>
                  <a:cubicBezTo>
                    <a:pt x="610" y="252"/>
                    <a:pt x="610" y="252"/>
                    <a:pt x="609" y="252"/>
                  </a:cubicBezTo>
                  <a:cubicBezTo>
                    <a:pt x="606" y="253"/>
                    <a:pt x="601" y="253"/>
                    <a:pt x="599" y="256"/>
                  </a:cubicBezTo>
                  <a:cubicBezTo>
                    <a:pt x="576" y="276"/>
                    <a:pt x="548" y="283"/>
                    <a:pt x="522" y="293"/>
                  </a:cubicBezTo>
                  <a:cubicBezTo>
                    <a:pt x="520" y="294"/>
                    <a:pt x="518" y="294"/>
                    <a:pt x="516" y="294"/>
                  </a:cubicBezTo>
                  <a:cubicBezTo>
                    <a:pt x="515" y="294"/>
                    <a:pt x="514" y="294"/>
                    <a:pt x="513" y="294"/>
                  </a:cubicBezTo>
                  <a:cubicBezTo>
                    <a:pt x="512" y="294"/>
                    <a:pt x="511" y="294"/>
                    <a:pt x="510" y="294"/>
                  </a:cubicBezTo>
                  <a:cubicBezTo>
                    <a:pt x="508" y="294"/>
                    <a:pt x="506" y="294"/>
                    <a:pt x="504" y="295"/>
                  </a:cubicBezTo>
                  <a:cubicBezTo>
                    <a:pt x="501" y="297"/>
                    <a:pt x="499" y="298"/>
                    <a:pt x="497" y="298"/>
                  </a:cubicBezTo>
                  <a:cubicBezTo>
                    <a:pt x="493" y="298"/>
                    <a:pt x="491" y="296"/>
                    <a:pt x="489" y="294"/>
                  </a:cubicBezTo>
                  <a:cubicBezTo>
                    <a:pt x="486" y="292"/>
                    <a:pt x="487" y="285"/>
                    <a:pt x="487" y="280"/>
                  </a:cubicBezTo>
                  <a:cubicBezTo>
                    <a:pt x="487" y="266"/>
                    <a:pt x="487" y="253"/>
                    <a:pt x="488" y="239"/>
                  </a:cubicBezTo>
                  <a:cubicBezTo>
                    <a:pt x="489" y="229"/>
                    <a:pt x="491" y="218"/>
                    <a:pt x="493" y="207"/>
                  </a:cubicBezTo>
                  <a:cubicBezTo>
                    <a:pt x="492" y="205"/>
                    <a:pt x="490" y="201"/>
                    <a:pt x="490" y="198"/>
                  </a:cubicBezTo>
                  <a:cubicBezTo>
                    <a:pt x="490" y="189"/>
                    <a:pt x="492" y="180"/>
                    <a:pt x="492" y="171"/>
                  </a:cubicBezTo>
                  <a:cubicBezTo>
                    <a:pt x="491" y="149"/>
                    <a:pt x="490" y="126"/>
                    <a:pt x="487" y="103"/>
                  </a:cubicBezTo>
                  <a:cubicBezTo>
                    <a:pt x="486" y="89"/>
                    <a:pt x="481" y="76"/>
                    <a:pt x="476" y="63"/>
                  </a:cubicBezTo>
                  <a:cubicBezTo>
                    <a:pt x="473" y="54"/>
                    <a:pt x="466" y="47"/>
                    <a:pt x="461" y="39"/>
                  </a:cubicBezTo>
                  <a:cubicBezTo>
                    <a:pt x="454" y="30"/>
                    <a:pt x="451" y="17"/>
                    <a:pt x="438" y="15"/>
                  </a:cubicBezTo>
                  <a:cubicBezTo>
                    <a:pt x="432" y="13"/>
                    <a:pt x="425" y="11"/>
                    <a:pt x="418" y="8"/>
                  </a:cubicBezTo>
                  <a:cubicBezTo>
                    <a:pt x="407" y="3"/>
                    <a:pt x="397" y="0"/>
                    <a:pt x="38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4" name="Freeform 273"/>
            <p:cNvSpPr>
              <a:spLocks noEditPoints="1"/>
            </p:cNvSpPr>
            <p:nvPr/>
          </p:nvSpPr>
          <p:spPr bwMode="auto">
            <a:xfrm>
              <a:off x="3515768" y="1536335"/>
              <a:ext cx="349325" cy="264332"/>
            </a:xfrm>
            <a:custGeom>
              <a:avLst/>
              <a:gdLst>
                <a:gd name="T0" fmla="*/ 311 w 958"/>
                <a:gd name="T1" fmla="*/ 228 h 723"/>
                <a:gd name="T2" fmla="*/ 344 w 958"/>
                <a:gd name="T3" fmla="*/ 189 h 723"/>
                <a:gd name="T4" fmla="*/ 379 w 958"/>
                <a:gd name="T5" fmla="*/ 257 h 723"/>
                <a:gd name="T6" fmla="*/ 690 w 958"/>
                <a:gd name="T7" fmla="*/ 0 h 723"/>
                <a:gd name="T8" fmla="*/ 569 w 958"/>
                <a:gd name="T9" fmla="*/ 25 h 723"/>
                <a:gd name="T10" fmla="*/ 508 w 958"/>
                <a:gd name="T11" fmla="*/ 55 h 723"/>
                <a:gd name="T12" fmla="*/ 487 w 958"/>
                <a:gd name="T13" fmla="*/ 62 h 723"/>
                <a:gd name="T14" fmla="*/ 476 w 958"/>
                <a:gd name="T15" fmla="*/ 65 h 723"/>
                <a:gd name="T16" fmla="*/ 438 w 958"/>
                <a:gd name="T17" fmla="*/ 72 h 723"/>
                <a:gd name="T18" fmla="*/ 325 w 958"/>
                <a:gd name="T19" fmla="*/ 99 h 723"/>
                <a:gd name="T20" fmla="*/ 253 w 958"/>
                <a:gd name="T21" fmla="*/ 172 h 723"/>
                <a:gd name="T22" fmla="*/ 225 w 958"/>
                <a:gd name="T23" fmla="*/ 144 h 723"/>
                <a:gd name="T24" fmla="*/ 143 w 958"/>
                <a:gd name="T25" fmla="*/ 126 h 723"/>
                <a:gd name="T26" fmla="*/ 131 w 958"/>
                <a:gd name="T27" fmla="*/ 221 h 723"/>
                <a:gd name="T28" fmla="*/ 130 w 958"/>
                <a:gd name="T29" fmla="*/ 358 h 723"/>
                <a:gd name="T30" fmla="*/ 36 w 958"/>
                <a:gd name="T31" fmla="*/ 479 h 723"/>
                <a:gd name="T32" fmla="*/ 11 w 958"/>
                <a:gd name="T33" fmla="*/ 555 h 723"/>
                <a:gd name="T34" fmla="*/ 24 w 958"/>
                <a:gd name="T35" fmla="*/ 705 h 723"/>
                <a:gd name="T36" fmla="*/ 95 w 958"/>
                <a:gd name="T37" fmla="*/ 680 h 723"/>
                <a:gd name="T38" fmla="*/ 140 w 958"/>
                <a:gd name="T39" fmla="*/ 583 h 723"/>
                <a:gd name="T40" fmla="*/ 292 w 958"/>
                <a:gd name="T41" fmla="*/ 479 h 723"/>
                <a:gd name="T42" fmla="*/ 384 w 958"/>
                <a:gd name="T43" fmla="*/ 429 h 723"/>
                <a:gd name="T44" fmla="*/ 482 w 958"/>
                <a:gd name="T45" fmla="*/ 393 h 723"/>
                <a:gd name="T46" fmla="*/ 572 w 958"/>
                <a:gd name="T47" fmla="*/ 357 h 723"/>
                <a:gd name="T48" fmla="*/ 715 w 958"/>
                <a:gd name="T49" fmla="*/ 322 h 723"/>
                <a:gd name="T50" fmla="*/ 734 w 958"/>
                <a:gd name="T51" fmla="*/ 333 h 723"/>
                <a:gd name="T52" fmla="*/ 684 w 958"/>
                <a:gd name="T53" fmla="*/ 368 h 723"/>
                <a:gd name="T54" fmla="*/ 625 w 958"/>
                <a:gd name="T55" fmla="*/ 396 h 723"/>
                <a:gd name="T56" fmla="*/ 646 w 958"/>
                <a:gd name="T57" fmla="*/ 404 h 723"/>
                <a:gd name="T58" fmla="*/ 693 w 958"/>
                <a:gd name="T59" fmla="*/ 414 h 723"/>
                <a:gd name="T60" fmla="*/ 841 w 958"/>
                <a:gd name="T61" fmla="*/ 442 h 723"/>
                <a:gd name="T62" fmla="*/ 944 w 958"/>
                <a:gd name="T63" fmla="*/ 395 h 723"/>
                <a:gd name="T64" fmla="*/ 849 w 958"/>
                <a:gd name="T65" fmla="*/ 234 h 723"/>
                <a:gd name="T66" fmla="*/ 786 w 958"/>
                <a:gd name="T67" fmla="*/ 214 h 723"/>
                <a:gd name="T68" fmla="*/ 709 w 958"/>
                <a:gd name="T69" fmla="*/ 230 h 723"/>
                <a:gd name="T70" fmla="*/ 557 w 958"/>
                <a:gd name="T71" fmla="*/ 276 h 723"/>
                <a:gd name="T72" fmla="*/ 531 w 958"/>
                <a:gd name="T73" fmla="*/ 291 h 723"/>
                <a:gd name="T74" fmla="*/ 422 w 958"/>
                <a:gd name="T75" fmla="*/ 329 h 723"/>
                <a:gd name="T76" fmla="*/ 296 w 958"/>
                <a:gd name="T77" fmla="*/ 385 h 723"/>
                <a:gd name="T78" fmla="*/ 164 w 958"/>
                <a:gd name="T79" fmla="*/ 461 h 723"/>
                <a:gd name="T80" fmla="*/ 85 w 958"/>
                <a:gd name="T81" fmla="*/ 512 h 723"/>
                <a:gd name="T82" fmla="*/ 100 w 958"/>
                <a:gd name="T83" fmla="*/ 439 h 723"/>
                <a:gd name="T84" fmla="*/ 208 w 958"/>
                <a:gd name="T85" fmla="*/ 356 h 723"/>
                <a:gd name="T86" fmla="*/ 231 w 958"/>
                <a:gd name="T87" fmla="*/ 355 h 723"/>
                <a:gd name="T88" fmla="*/ 306 w 958"/>
                <a:gd name="T89" fmla="*/ 341 h 723"/>
                <a:gd name="T90" fmla="*/ 441 w 958"/>
                <a:gd name="T91" fmla="*/ 298 h 723"/>
                <a:gd name="T92" fmla="*/ 559 w 958"/>
                <a:gd name="T93" fmla="*/ 240 h 723"/>
                <a:gd name="T94" fmla="*/ 649 w 958"/>
                <a:gd name="T95" fmla="*/ 186 h 723"/>
                <a:gd name="T96" fmla="*/ 718 w 958"/>
                <a:gd name="T97" fmla="*/ 121 h 723"/>
                <a:gd name="T98" fmla="*/ 716 w 958"/>
                <a:gd name="T99" fmla="*/ 4 h 7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958" h="723">
                  <a:moveTo>
                    <a:pt x="303" y="290"/>
                  </a:moveTo>
                  <a:cubicBezTo>
                    <a:pt x="293" y="284"/>
                    <a:pt x="290" y="273"/>
                    <a:pt x="297" y="260"/>
                  </a:cubicBezTo>
                  <a:cubicBezTo>
                    <a:pt x="302" y="249"/>
                    <a:pt x="306" y="238"/>
                    <a:pt x="311" y="228"/>
                  </a:cubicBezTo>
                  <a:cubicBezTo>
                    <a:pt x="318" y="215"/>
                    <a:pt x="326" y="204"/>
                    <a:pt x="334" y="192"/>
                  </a:cubicBezTo>
                  <a:cubicBezTo>
                    <a:pt x="336" y="190"/>
                    <a:pt x="340" y="188"/>
                    <a:pt x="343" y="188"/>
                  </a:cubicBezTo>
                  <a:cubicBezTo>
                    <a:pt x="343" y="188"/>
                    <a:pt x="344" y="189"/>
                    <a:pt x="344" y="189"/>
                  </a:cubicBezTo>
                  <a:cubicBezTo>
                    <a:pt x="359" y="195"/>
                    <a:pt x="371" y="203"/>
                    <a:pt x="379" y="217"/>
                  </a:cubicBezTo>
                  <a:cubicBezTo>
                    <a:pt x="382" y="222"/>
                    <a:pt x="385" y="226"/>
                    <a:pt x="388" y="231"/>
                  </a:cubicBezTo>
                  <a:cubicBezTo>
                    <a:pt x="391" y="237"/>
                    <a:pt x="386" y="253"/>
                    <a:pt x="379" y="257"/>
                  </a:cubicBezTo>
                  <a:cubicBezTo>
                    <a:pt x="374" y="259"/>
                    <a:pt x="368" y="261"/>
                    <a:pt x="363" y="263"/>
                  </a:cubicBezTo>
                  <a:cubicBezTo>
                    <a:pt x="344" y="272"/>
                    <a:pt x="325" y="280"/>
                    <a:pt x="303" y="290"/>
                  </a:cubicBezTo>
                  <a:moveTo>
                    <a:pt x="690" y="0"/>
                  </a:moveTo>
                  <a:cubicBezTo>
                    <a:pt x="683" y="0"/>
                    <a:pt x="676" y="1"/>
                    <a:pt x="669" y="1"/>
                  </a:cubicBezTo>
                  <a:cubicBezTo>
                    <a:pt x="650" y="3"/>
                    <a:pt x="632" y="10"/>
                    <a:pt x="613" y="12"/>
                  </a:cubicBezTo>
                  <a:cubicBezTo>
                    <a:pt x="597" y="13"/>
                    <a:pt x="582" y="17"/>
                    <a:pt x="569" y="25"/>
                  </a:cubicBezTo>
                  <a:cubicBezTo>
                    <a:pt x="563" y="28"/>
                    <a:pt x="557" y="29"/>
                    <a:pt x="551" y="31"/>
                  </a:cubicBezTo>
                  <a:cubicBezTo>
                    <a:pt x="542" y="35"/>
                    <a:pt x="531" y="37"/>
                    <a:pt x="525" y="44"/>
                  </a:cubicBezTo>
                  <a:cubicBezTo>
                    <a:pt x="520" y="50"/>
                    <a:pt x="515" y="55"/>
                    <a:pt x="508" y="55"/>
                  </a:cubicBezTo>
                  <a:cubicBezTo>
                    <a:pt x="508" y="55"/>
                    <a:pt x="507" y="54"/>
                    <a:pt x="507" y="54"/>
                  </a:cubicBezTo>
                  <a:cubicBezTo>
                    <a:pt x="506" y="54"/>
                    <a:pt x="505" y="54"/>
                    <a:pt x="504" y="54"/>
                  </a:cubicBezTo>
                  <a:cubicBezTo>
                    <a:pt x="497" y="54"/>
                    <a:pt x="491" y="56"/>
                    <a:pt x="487" y="62"/>
                  </a:cubicBezTo>
                  <a:cubicBezTo>
                    <a:pt x="486" y="64"/>
                    <a:pt x="484" y="66"/>
                    <a:pt x="482" y="66"/>
                  </a:cubicBezTo>
                  <a:cubicBezTo>
                    <a:pt x="482" y="66"/>
                    <a:pt x="482" y="66"/>
                    <a:pt x="482" y="66"/>
                  </a:cubicBezTo>
                  <a:cubicBezTo>
                    <a:pt x="480" y="66"/>
                    <a:pt x="478" y="65"/>
                    <a:pt x="476" y="65"/>
                  </a:cubicBezTo>
                  <a:cubicBezTo>
                    <a:pt x="470" y="65"/>
                    <a:pt x="464" y="67"/>
                    <a:pt x="459" y="69"/>
                  </a:cubicBezTo>
                  <a:cubicBezTo>
                    <a:pt x="453" y="70"/>
                    <a:pt x="447" y="72"/>
                    <a:pt x="441" y="72"/>
                  </a:cubicBezTo>
                  <a:cubicBezTo>
                    <a:pt x="440" y="72"/>
                    <a:pt x="439" y="72"/>
                    <a:pt x="438" y="72"/>
                  </a:cubicBezTo>
                  <a:cubicBezTo>
                    <a:pt x="429" y="71"/>
                    <a:pt x="419" y="71"/>
                    <a:pt x="410" y="71"/>
                  </a:cubicBezTo>
                  <a:cubicBezTo>
                    <a:pt x="390" y="71"/>
                    <a:pt x="369" y="73"/>
                    <a:pt x="349" y="77"/>
                  </a:cubicBezTo>
                  <a:cubicBezTo>
                    <a:pt x="336" y="81"/>
                    <a:pt x="329" y="87"/>
                    <a:pt x="325" y="99"/>
                  </a:cubicBezTo>
                  <a:cubicBezTo>
                    <a:pt x="323" y="105"/>
                    <a:pt x="320" y="111"/>
                    <a:pt x="316" y="116"/>
                  </a:cubicBezTo>
                  <a:cubicBezTo>
                    <a:pt x="308" y="126"/>
                    <a:pt x="300" y="135"/>
                    <a:pt x="291" y="143"/>
                  </a:cubicBezTo>
                  <a:cubicBezTo>
                    <a:pt x="279" y="153"/>
                    <a:pt x="266" y="163"/>
                    <a:pt x="253" y="172"/>
                  </a:cubicBezTo>
                  <a:cubicBezTo>
                    <a:pt x="252" y="173"/>
                    <a:pt x="251" y="173"/>
                    <a:pt x="249" y="173"/>
                  </a:cubicBezTo>
                  <a:cubicBezTo>
                    <a:pt x="247" y="173"/>
                    <a:pt x="245" y="172"/>
                    <a:pt x="245" y="171"/>
                  </a:cubicBezTo>
                  <a:cubicBezTo>
                    <a:pt x="237" y="163"/>
                    <a:pt x="229" y="154"/>
                    <a:pt x="225" y="144"/>
                  </a:cubicBezTo>
                  <a:cubicBezTo>
                    <a:pt x="218" y="129"/>
                    <a:pt x="205" y="122"/>
                    <a:pt x="193" y="116"/>
                  </a:cubicBezTo>
                  <a:cubicBezTo>
                    <a:pt x="186" y="114"/>
                    <a:pt x="180" y="112"/>
                    <a:pt x="174" y="112"/>
                  </a:cubicBezTo>
                  <a:cubicBezTo>
                    <a:pt x="163" y="112"/>
                    <a:pt x="153" y="116"/>
                    <a:pt x="143" y="126"/>
                  </a:cubicBezTo>
                  <a:cubicBezTo>
                    <a:pt x="136" y="134"/>
                    <a:pt x="125" y="136"/>
                    <a:pt x="123" y="150"/>
                  </a:cubicBezTo>
                  <a:cubicBezTo>
                    <a:pt x="121" y="164"/>
                    <a:pt x="116" y="176"/>
                    <a:pt x="123" y="189"/>
                  </a:cubicBezTo>
                  <a:cubicBezTo>
                    <a:pt x="127" y="199"/>
                    <a:pt x="128" y="211"/>
                    <a:pt x="131" y="221"/>
                  </a:cubicBezTo>
                  <a:cubicBezTo>
                    <a:pt x="137" y="241"/>
                    <a:pt x="140" y="262"/>
                    <a:pt x="153" y="279"/>
                  </a:cubicBezTo>
                  <a:cubicBezTo>
                    <a:pt x="163" y="294"/>
                    <a:pt x="174" y="309"/>
                    <a:pt x="186" y="326"/>
                  </a:cubicBezTo>
                  <a:cubicBezTo>
                    <a:pt x="165" y="338"/>
                    <a:pt x="148" y="349"/>
                    <a:pt x="130" y="358"/>
                  </a:cubicBezTo>
                  <a:cubicBezTo>
                    <a:pt x="108" y="369"/>
                    <a:pt x="92" y="386"/>
                    <a:pt x="78" y="406"/>
                  </a:cubicBezTo>
                  <a:cubicBezTo>
                    <a:pt x="68" y="421"/>
                    <a:pt x="60" y="437"/>
                    <a:pt x="51" y="452"/>
                  </a:cubicBezTo>
                  <a:cubicBezTo>
                    <a:pt x="46" y="461"/>
                    <a:pt x="41" y="470"/>
                    <a:pt x="36" y="479"/>
                  </a:cubicBezTo>
                  <a:cubicBezTo>
                    <a:pt x="32" y="485"/>
                    <a:pt x="28" y="492"/>
                    <a:pt x="25" y="499"/>
                  </a:cubicBezTo>
                  <a:cubicBezTo>
                    <a:pt x="22" y="504"/>
                    <a:pt x="20" y="510"/>
                    <a:pt x="19" y="515"/>
                  </a:cubicBezTo>
                  <a:cubicBezTo>
                    <a:pt x="16" y="528"/>
                    <a:pt x="14" y="542"/>
                    <a:pt x="11" y="555"/>
                  </a:cubicBezTo>
                  <a:cubicBezTo>
                    <a:pt x="8" y="568"/>
                    <a:pt x="1" y="580"/>
                    <a:pt x="3" y="592"/>
                  </a:cubicBezTo>
                  <a:cubicBezTo>
                    <a:pt x="5" y="607"/>
                    <a:pt x="0" y="623"/>
                    <a:pt x="6" y="638"/>
                  </a:cubicBezTo>
                  <a:cubicBezTo>
                    <a:pt x="14" y="660"/>
                    <a:pt x="17" y="683"/>
                    <a:pt x="24" y="705"/>
                  </a:cubicBezTo>
                  <a:cubicBezTo>
                    <a:pt x="27" y="718"/>
                    <a:pt x="37" y="723"/>
                    <a:pt x="46" y="723"/>
                  </a:cubicBezTo>
                  <a:cubicBezTo>
                    <a:pt x="53" y="723"/>
                    <a:pt x="59" y="721"/>
                    <a:pt x="63" y="717"/>
                  </a:cubicBezTo>
                  <a:cubicBezTo>
                    <a:pt x="75" y="706"/>
                    <a:pt x="86" y="694"/>
                    <a:pt x="95" y="680"/>
                  </a:cubicBezTo>
                  <a:cubicBezTo>
                    <a:pt x="103" y="668"/>
                    <a:pt x="107" y="654"/>
                    <a:pt x="113" y="640"/>
                  </a:cubicBezTo>
                  <a:cubicBezTo>
                    <a:pt x="120" y="625"/>
                    <a:pt x="131" y="612"/>
                    <a:pt x="132" y="594"/>
                  </a:cubicBezTo>
                  <a:cubicBezTo>
                    <a:pt x="132" y="590"/>
                    <a:pt x="136" y="586"/>
                    <a:pt x="140" y="583"/>
                  </a:cubicBezTo>
                  <a:cubicBezTo>
                    <a:pt x="155" y="570"/>
                    <a:pt x="172" y="558"/>
                    <a:pt x="186" y="544"/>
                  </a:cubicBezTo>
                  <a:cubicBezTo>
                    <a:pt x="212" y="516"/>
                    <a:pt x="248" y="504"/>
                    <a:pt x="280" y="486"/>
                  </a:cubicBezTo>
                  <a:cubicBezTo>
                    <a:pt x="284" y="484"/>
                    <a:pt x="288" y="482"/>
                    <a:pt x="292" y="479"/>
                  </a:cubicBezTo>
                  <a:cubicBezTo>
                    <a:pt x="307" y="470"/>
                    <a:pt x="321" y="460"/>
                    <a:pt x="336" y="451"/>
                  </a:cubicBezTo>
                  <a:cubicBezTo>
                    <a:pt x="349" y="442"/>
                    <a:pt x="368" y="445"/>
                    <a:pt x="379" y="431"/>
                  </a:cubicBezTo>
                  <a:cubicBezTo>
                    <a:pt x="380" y="430"/>
                    <a:pt x="382" y="430"/>
                    <a:pt x="384" y="429"/>
                  </a:cubicBezTo>
                  <a:cubicBezTo>
                    <a:pt x="397" y="426"/>
                    <a:pt x="409" y="422"/>
                    <a:pt x="422" y="417"/>
                  </a:cubicBezTo>
                  <a:cubicBezTo>
                    <a:pt x="429" y="415"/>
                    <a:pt x="434" y="409"/>
                    <a:pt x="442" y="406"/>
                  </a:cubicBezTo>
                  <a:cubicBezTo>
                    <a:pt x="455" y="401"/>
                    <a:pt x="469" y="398"/>
                    <a:pt x="482" y="393"/>
                  </a:cubicBezTo>
                  <a:cubicBezTo>
                    <a:pt x="494" y="388"/>
                    <a:pt x="506" y="381"/>
                    <a:pt x="518" y="376"/>
                  </a:cubicBezTo>
                  <a:cubicBezTo>
                    <a:pt x="530" y="372"/>
                    <a:pt x="542" y="369"/>
                    <a:pt x="553" y="366"/>
                  </a:cubicBezTo>
                  <a:cubicBezTo>
                    <a:pt x="559" y="364"/>
                    <a:pt x="566" y="360"/>
                    <a:pt x="572" y="357"/>
                  </a:cubicBezTo>
                  <a:cubicBezTo>
                    <a:pt x="577" y="355"/>
                    <a:pt x="582" y="351"/>
                    <a:pt x="588" y="350"/>
                  </a:cubicBezTo>
                  <a:cubicBezTo>
                    <a:pt x="613" y="343"/>
                    <a:pt x="637" y="335"/>
                    <a:pt x="662" y="329"/>
                  </a:cubicBezTo>
                  <a:cubicBezTo>
                    <a:pt x="680" y="325"/>
                    <a:pt x="697" y="324"/>
                    <a:pt x="715" y="322"/>
                  </a:cubicBezTo>
                  <a:cubicBezTo>
                    <a:pt x="716" y="322"/>
                    <a:pt x="716" y="322"/>
                    <a:pt x="716" y="322"/>
                  </a:cubicBezTo>
                  <a:cubicBezTo>
                    <a:pt x="721" y="322"/>
                    <a:pt x="727" y="324"/>
                    <a:pt x="731" y="326"/>
                  </a:cubicBezTo>
                  <a:cubicBezTo>
                    <a:pt x="733" y="327"/>
                    <a:pt x="734" y="332"/>
                    <a:pt x="734" y="333"/>
                  </a:cubicBezTo>
                  <a:cubicBezTo>
                    <a:pt x="728" y="338"/>
                    <a:pt x="721" y="343"/>
                    <a:pt x="715" y="347"/>
                  </a:cubicBezTo>
                  <a:cubicBezTo>
                    <a:pt x="706" y="353"/>
                    <a:pt x="693" y="352"/>
                    <a:pt x="689" y="366"/>
                  </a:cubicBezTo>
                  <a:cubicBezTo>
                    <a:pt x="689" y="367"/>
                    <a:pt x="686" y="368"/>
                    <a:pt x="684" y="368"/>
                  </a:cubicBezTo>
                  <a:cubicBezTo>
                    <a:pt x="677" y="371"/>
                    <a:pt x="669" y="371"/>
                    <a:pt x="663" y="375"/>
                  </a:cubicBezTo>
                  <a:cubicBezTo>
                    <a:pt x="654" y="382"/>
                    <a:pt x="646" y="387"/>
                    <a:pt x="635" y="388"/>
                  </a:cubicBezTo>
                  <a:cubicBezTo>
                    <a:pt x="631" y="388"/>
                    <a:pt x="628" y="393"/>
                    <a:pt x="625" y="396"/>
                  </a:cubicBezTo>
                  <a:cubicBezTo>
                    <a:pt x="629" y="399"/>
                    <a:pt x="632" y="403"/>
                    <a:pt x="636" y="403"/>
                  </a:cubicBezTo>
                  <a:cubicBezTo>
                    <a:pt x="638" y="404"/>
                    <a:pt x="640" y="404"/>
                    <a:pt x="642" y="404"/>
                  </a:cubicBezTo>
                  <a:cubicBezTo>
                    <a:pt x="643" y="404"/>
                    <a:pt x="645" y="404"/>
                    <a:pt x="646" y="404"/>
                  </a:cubicBezTo>
                  <a:cubicBezTo>
                    <a:pt x="648" y="404"/>
                    <a:pt x="649" y="403"/>
                    <a:pt x="651" y="403"/>
                  </a:cubicBezTo>
                  <a:cubicBezTo>
                    <a:pt x="653" y="403"/>
                    <a:pt x="654" y="404"/>
                    <a:pt x="656" y="404"/>
                  </a:cubicBezTo>
                  <a:cubicBezTo>
                    <a:pt x="669" y="406"/>
                    <a:pt x="685" y="406"/>
                    <a:pt x="693" y="414"/>
                  </a:cubicBezTo>
                  <a:cubicBezTo>
                    <a:pt x="707" y="427"/>
                    <a:pt x="724" y="431"/>
                    <a:pt x="741" y="433"/>
                  </a:cubicBezTo>
                  <a:cubicBezTo>
                    <a:pt x="771" y="438"/>
                    <a:pt x="802" y="439"/>
                    <a:pt x="833" y="441"/>
                  </a:cubicBezTo>
                  <a:cubicBezTo>
                    <a:pt x="836" y="441"/>
                    <a:pt x="838" y="442"/>
                    <a:pt x="841" y="442"/>
                  </a:cubicBezTo>
                  <a:cubicBezTo>
                    <a:pt x="859" y="442"/>
                    <a:pt x="877" y="436"/>
                    <a:pt x="893" y="426"/>
                  </a:cubicBezTo>
                  <a:cubicBezTo>
                    <a:pt x="907" y="417"/>
                    <a:pt x="920" y="408"/>
                    <a:pt x="937" y="403"/>
                  </a:cubicBezTo>
                  <a:cubicBezTo>
                    <a:pt x="940" y="403"/>
                    <a:pt x="943" y="399"/>
                    <a:pt x="944" y="395"/>
                  </a:cubicBezTo>
                  <a:cubicBezTo>
                    <a:pt x="948" y="381"/>
                    <a:pt x="953" y="366"/>
                    <a:pt x="955" y="351"/>
                  </a:cubicBezTo>
                  <a:cubicBezTo>
                    <a:pt x="958" y="301"/>
                    <a:pt x="936" y="285"/>
                    <a:pt x="901" y="265"/>
                  </a:cubicBezTo>
                  <a:cubicBezTo>
                    <a:pt x="883" y="255"/>
                    <a:pt x="861" y="255"/>
                    <a:pt x="849" y="234"/>
                  </a:cubicBezTo>
                  <a:cubicBezTo>
                    <a:pt x="847" y="229"/>
                    <a:pt x="837" y="229"/>
                    <a:pt x="831" y="226"/>
                  </a:cubicBezTo>
                  <a:cubicBezTo>
                    <a:pt x="816" y="222"/>
                    <a:pt x="800" y="223"/>
                    <a:pt x="787" y="214"/>
                  </a:cubicBezTo>
                  <a:cubicBezTo>
                    <a:pt x="787" y="214"/>
                    <a:pt x="786" y="214"/>
                    <a:pt x="786" y="214"/>
                  </a:cubicBezTo>
                  <a:cubicBezTo>
                    <a:pt x="785" y="214"/>
                    <a:pt x="783" y="215"/>
                    <a:pt x="781" y="215"/>
                  </a:cubicBezTo>
                  <a:cubicBezTo>
                    <a:pt x="769" y="217"/>
                    <a:pt x="757" y="219"/>
                    <a:pt x="745" y="221"/>
                  </a:cubicBezTo>
                  <a:cubicBezTo>
                    <a:pt x="733" y="224"/>
                    <a:pt x="721" y="226"/>
                    <a:pt x="709" y="230"/>
                  </a:cubicBezTo>
                  <a:cubicBezTo>
                    <a:pt x="686" y="236"/>
                    <a:pt x="664" y="242"/>
                    <a:pt x="642" y="249"/>
                  </a:cubicBezTo>
                  <a:cubicBezTo>
                    <a:pt x="630" y="253"/>
                    <a:pt x="617" y="257"/>
                    <a:pt x="606" y="264"/>
                  </a:cubicBezTo>
                  <a:cubicBezTo>
                    <a:pt x="591" y="274"/>
                    <a:pt x="573" y="276"/>
                    <a:pt x="557" y="276"/>
                  </a:cubicBezTo>
                  <a:cubicBezTo>
                    <a:pt x="556" y="276"/>
                    <a:pt x="556" y="276"/>
                    <a:pt x="556" y="276"/>
                  </a:cubicBezTo>
                  <a:cubicBezTo>
                    <a:pt x="556" y="276"/>
                    <a:pt x="555" y="276"/>
                    <a:pt x="555" y="276"/>
                  </a:cubicBezTo>
                  <a:cubicBezTo>
                    <a:pt x="542" y="276"/>
                    <a:pt x="537" y="283"/>
                    <a:pt x="531" y="291"/>
                  </a:cubicBezTo>
                  <a:cubicBezTo>
                    <a:pt x="530" y="294"/>
                    <a:pt x="528" y="299"/>
                    <a:pt x="526" y="299"/>
                  </a:cubicBezTo>
                  <a:cubicBezTo>
                    <a:pt x="512" y="304"/>
                    <a:pt x="497" y="307"/>
                    <a:pt x="483" y="311"/>
                  </a:cubicBezTo>
                  <a:cubicBezTo>
                    <a:pt x="463" y="316"/>
                    <a:pt x="442" y="322"/>
                    <a:pt x="422" y="329"/>
                  </a:cubicBezTo>
                  <a:cubicBezTo>
                    <a:pt x="406" y="334"/>
                    <a:pt x="391" y="340"/>
                    <a:pt x="376" y="346"/>
                  </a:cubicBezTo>
                  <a:cubicBezTo>
                    <a:pt x="368" y="350"/>
                    <a:pt x="360" y="354"/>
                    <a:pt x="352" y="358"/>
                  </a:cubicBezTo>
                  <a:cubicBezTo>
                    <a:pt x="333" y="367"/>
                    <a:pt x="314" y="376"/>
                    <a:pt x="296" y="385"/>
                  </a:cubicBezTo>
                  <a:cubicBezTo>
                    <a:pt x="286" y="390"/>
                    <a:pt x="276" y="392"/>
                    <a:pt x="267" y="398"/>
                  </a:cubicBezTo>
                  <a:cubicBezTo>
                    <a:pt x="244" y="411"/>
                    <a:pt x="222" y="426"/>
                    <a:pt x="200" y="440"/>
                  </a:cubicBezTo>
                  <a:cubicBezTo>
                    <a:pt x="188" y="448"/>
                    <a:pt x="176" y="454"/>
                    <a:pt x="164" y="461"/>
                  </a:cubicBezTo>
                  <a:cubicBezTo>
                    <a:pt x="158" y="465"/>
                    <a:pt x="150" y="468"/>
                    <a:pt x="146" y="474"/>
                  </a:cubicBezTo>
                  <a:cubicBezTo>
                    <a:pt x="140" y="484"/>
                    <a:pt x="132" y="491"/>
                    <a:pt x="122" y="495"/>
                  </a:cubicBezTo>
                  <a:cubicBezTo>
                    <a:pt x="110" y="501"/>
                    <a:pt x="98" y="506"/>
                    <a:pt x="85" y="512"/>
                  </a:cubicBezTo>
                  <a:cubicBezTo>
                    <a:pt x="84" y="509"/>
                    <a:pt x="81" y="504"/>
                    <a:pt x="82" y="499"/>
                  </a:cubicBezTo>
                  <a:cubicBezTo>
                    <a:pt x="83" y="490"/>
                    <a:pt x="86" y="482"/>
                    <a:pt x="88" y="474"/>
                  </a:cubicBezTo>
                  <a:cubicBezTo>
                    <a:pt x="92" y="462"/>
                    <a:pt x="95" y="450"/>
                    <a:pt x="100" y="439"/>
                  </a:cubicBezTo>
                  <a:cubicBezTo>
                    <a:pt x="105" y="430"/>
                    <a:pt x="114" y="423"/>
                    <a:pt x="118" y="414"/>
                  </a:cubicBezTo>
                  <a:cubicBezTo>
                    <a:pt x="125" y="398"/>
                    <a:pt x="139" y="391"/>
                    <a:pt x="152" y="384"/>
                  </a:cubicBezTo>
                  <a:cubicBezTo>
                    <a:pt x="170" y="373"/>
                    <a:pt x="189" y="365"/>
                    <a:pt x="208" y="356"/>
                  </a:cubicBezTo>
                  <a:cubicBezTo>
                    <a:pt x="210" y="355"/>
                    <a:pt x="211" y="355"/>
                    <a:pt x="213" y="355"/>
                  </a:cubicBezTo>
                  <a:cubicBezTo>
                    <a:pt x="214" y="355"/>
                    <a:pt x="214" y="355"/>
                    <a:pt x="214" y="355"/>
                  </a:cubicBezTo>
                  <a:cubicBezTo>
                    <a:pt x="220" y="355"/>
                    <a:pt x="225" y="355"/>
                    <a:pt x="231" y="355"/>
                  </a:cubicBezTo>
                  <a:cubicBezTo>
                    <a:pt x="237" y="355"/>
                    <a:pt x="242" y="355"/>
                    <a:pt x="248" y="355"/>
                  </a:cubicBezTo>
                  <a:cubicBezTo>
                    <a:pt x="256" y="355"/>
                    <a:pt x="264" y="355"/>
                    <a:pt x="271" y="354"/>
                  </a:cubicBezTo>
                  <a:cubicBezTo>
                    <a:pt x="284" y="353"/>
                    <a:pt x="297" y="348"/>
                    <a:pt x="306" y="341"/>
                  </a:cubicBezTo>
                  <a:cubicBezTo>
                    <a:pt x="321" y="329"/>
                    <a:pt x="339" y="327"/>
                    <a:pt x="355" y="322"/>
                  </a:cubicBezTo>
                  <a:cubicBezTo>
                    <a:pt x="375" y="316"/>
                    <a:pt x="396" y="313"/>
                    <a:pt x="416" y="308"/>
                  </a:cubicBezTo>
                  <a:cubicBezTo>
                    <a:pt x="425" y="305"/>
                    <a:pt x="433" y="301"/>
                    <a:pt x="441" y="298"/>
                  </a:cubicBezTo>
                  <a:cubicBezTo>
                    <a:pt x="446" y="297"/>
                    <a:pt x="451" y="296"/>
                    <a:pt x="455" y="294"/>
                  </a:cubicBezTo>
                  <a:cubicBezTo>
                    <a:pt x="471" y="286"/>
                    <a:pt x="487" y="280"/>
                    <a:pt x="502" y="269"/>
                  </a:cubicBezTo>
                  <a:cubicBezTo>
                    <a:pt x="519" y="257"/>
                    <a:pt x="540" y="249"/>
                    <a:pt x="559" y="240"/>
                  </a:cubicBezTo>
                  <a:cubicBezTo>
                    <a:pt x="565" y="237"/>
                    <a:pt x="571" y="234"/>
                    <a:pt x="577" y="230"/>
                  </a:cubicBezTo>
                  <a:cubicBezTo>
                    <a:pt x="590" y="223"/>
                    <a:pt x="602" y="215"/>
                    <a:pt x="615" y="207"/>
                  </a:cubicBezTo>
                  <a:cubicBezTo>
                    <a:pt x="626" y="200"/>
                    <a:pt x="640" y="195"/>
                    <a:pt x="649" y="186"/>
                  </a:cubicBezTo>
                  <a:cubicBezTo>
                    <a:pt x="667" y="168"/>
                    <a:pt x="691" y="157"/>
                    <a:pt x="704" y="134"/>
                  </a:cubicBezTo>
                  <a:cubicBezTo>
                    <a:pt x="705" y="133"/>
                    <a:pt x="707" y="132"/>
                    <a:pt x="708" y="131"/>
                  </a:cubicBezTo>
                  <a:cubicBezTo>
                    <a:pt x="712" y="128"/>
                    <a:pt x="716" y="125"/>
                    <a:pt x="718" y="121"/>
                  </a:cubicBezTo>
                  <a:cubicBezTo>
                    <a:pt x="728" y="104"/>
                    <a:pt x="738" y="87"/>
                    <a:pt x="744" y="69"/>
                  </a:cubicBezTo>
                  <a:cubicBezTo>
                    <a:pt x="748" y="59"/>
                    <a:pt x="749" y="46"/>
                    <a:pt x="746" y="35"/>
                  </a:cubicBezTo>
                  <a:cubicBezTo>
                    <a:pt x="743" y="20"/>
                    <a:pt x="734" y="10"/>
                    <a:pt x="716" y="4"/>
                  </a:cubicBezTo>
                  <a:cubicBezTo>
                    <a:pt x="707" y="1"/>
                    <a:pt x="698" y="0"/>
                    <a:pt x="6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5" name="Freeform 274"/>
            <p:cNvSpPr>
              <a:spLocks noEditPoints="1"/>
            </p:cNvSpPr>
            <p:nvPr/>
          </p:nvSpPr>
          <p:spPr bwMode="auto">
            <a:xfrm>
              <a:off x="3534881" y="1712014"/>
              <a:ext cx="233019" cy="280192"/>
            </a:xfrm>
            <a:custGeom>
              <a:avLst/>
              <a:gdLst>
                <a:gd name="T0" fmla="*/ 381 w 640"/>
                <a:gd name="T1" fmla="*/ 108 h 768"/>
                <a:gd name="T2" fmla="*/ 381 w 640"/>
                <a:gd name="T3" fmla="*/ 108 h 768"/>
                <a:gd name="T4" fmla="*/ 351 w 640"/>
                <a:gd name="T5" fmla="*/ 14 h 768"/>
                <a:gd name="T6" fmla="*/ 251 w 640"/>
                <a:gd name="T7" fmla="*/ 63 h 768"/>
                <a:gd name="T8" fmla="*/ 185 w 640"/>
                <a:gd name="T9" fmla="*/ 136 h 768"/>
                <a:gd name="T10" fmla="*/ 238 w 640"/>
                <a:gd name="T11" fmla="*/ 153 h 768"/>
                <a:gd name="T12" fmla="*/ 260 w 640"/>
                <a:gd name="T13" fmla="*/ 133 h 768"/>
                <a:gd name="T14" fmla="*/ 326 w 640"/>
                <a:gd name="T15" fmla="*/ 96 h 768"/>
                <a:gd name="T16" fmla="*/ 439 w 640"/>
                <a:gd name="T17" fmla="*/ 58 h 768"/>
                <a:gd name="T18" fmla="*/ 453 w 640"/>
                <a:gd name="T19" fmla="*/ 62 h 768"/>
                <a:gd name="T20" fmla="*/ 408 w 640"/>
                <a:gd name="T21" fmla="*/ 96 h 768"/>
                <a:gd name="T22" fmla="*/ 383 w 640"/>
                <a:gd name="T23" fmla="*/ 109 h 768"/>
                <a:gd name="T24" fmla="*/ 381 w 640"/>
                <a:gd name="T25" fmla="*/ 108 h 768"/>
                <a:gd name="T26" fmla="*/ 326 w 640"/>
                <a:gd name="T27" fmla="*/ 160 h 768"/>
                <a:gd name="T28" fmla="*/ 321 w 640"/>
                <a:gd name="T29" fmla="*/ 218 h 768"/>
                <a:gd name="T30" fmla="*/ 328 w 640"/>
                <a:gd name="T31" fmla="*/ 254 h 768"/>
                <a:gd name="T32" fmla="*/ 199 w 640"/>
                <a:gd name="T33" fmla="*/ 293 h 768"/>
                <a:gd name="T34" fmla="*/ 163 w 640"/>
                <a:gd name="T35" fmla="*/ 306 h 768"/>
                <a:gd name="T36" fmla="*/ 149 w 640"/>
                <a:gd name="T37" fmla="*/ 320 h 768"/>
                <a:gd name="T38" fmla="*/ 199 w 640"/>
                <a:gd name="T39" fmla="*/ 375 h 768"/>
                <a:gd name="T40" fmla="*/ 272 w 640"/>
                <a:gd name="T41" fmla="*/ 397 h 768"/>
                <a:gd name="T42" fmla="*/ 316 w 640"/>
                <a:gd name="T43" fmla="*/ 397 h 768"/>
                <a:gd name="T44" fmla="*/ 337 w 640"/>
                <a:gd name="T45" fmla="*/ 397 h 768"/>
                <a:gd name="T46" fmla="*/ 350 w 640"/>
                <a:gd name="T47" fmla="*/ 458 h 768"/>
                <a:gd name="T48" fmla="*/ 343 w 640"/>
                <a:gd name="T49" fmla="*/ 545 h 768"/>
                <a:gd name="T50" fmla="*/ 337 w 640"/>
                <a:gd name="T51" fmla="*/ 581 h 768"/>
                <a:gd name="T52" fmla="*/ 260 w 640"/>
                <a:gd name="T53" fmla="*/ 630 h 768"/>
                <a:gd name="T54" fmla="*/ 249 w 640"/>
                <a:gd name="T55" fmla="*/ 629 h 768"/>
                <a:gd name="T56" fmla="*/ 214 w 640"/>
                <a:gd name="T57" fmla="*/ 636 h 768"/>
                <a:gd name="T58" fmla="*/ 175 w 640"/>
                <a:gd name="T59" fmla="*/ 636 h 768"/>
                <a:gd name="T60" fmla="*/ 48 w 640"/>
                <a:gd name="T61" fmla="*/ 636 h 768"/>
                <a:gd name="T62" fmla="*/ 0 w 640"/>
                <a:gd name="T63" fmla="*/ 651 h 768"/>
                <a:gd name="T64" fmla="*/ 51 w 640"/>
                <a:gd name="T65" fmla="*/ 683 h 768"/>
                <a:gd name="T66" fmla="*/ 131 w 640"/>
                <a:gd name="T67" fmla="*/ 716 h 768"/>
                <a:gd name="T68" fmla="*/ 150 w 640"/>
                <a:gd name="T69" fmla="*/ 730 h 768"/>
                <a:gd name="T70" fmla="*/ 279 w 640"/>
                <a:gd name="T71" fmla="*/ 768 h 768"/>
                <a:gd name="T72" fmla="*/ 331 w 640"/>
                <a:gd name="T73" fmla="*/ 762 h 768"/>
                <a:gd name="T74" fmla="*/ 420 w 640"/>
                <a:gd name="T75" fmla="*/ 722 h 768"/>
                <a:gd name="T76" fmla="*/ 452 w 640"/>
                <a:gd name="T77" fmla="*/ 691 h 768"/>
                <a:gd name="T78" fmla="*/ 465 w 640"/>
                <a:gd name="T79" fmla="*/ 637 h 768"/>
                <a:gd name="T80" fmla="*/ 451 w 640"/>
                <a:gd name="T81" fmla="*/ 563 h 768"/>
                <a:gd name="T82" fmla="*/ 445 w 640"/>
                <a:gd name="T83" fmla="*/ 483 h 768"/>
                <a:gd name="T84" fmla="*/ 439 w 640"/>
                <a:gd name="T85" fmla="*/ 400 h 768"/>
                <a:gd name="T86" fmla="*/ 481 w 640"/>
                <a:gd name="T87" fmla="*/ 373 h 768"/>
                <a:gd name="T88" fmla="*/ 623 w 640"/>
                <a:gd name="T89" fmla="*/ 310 h 768"/>
                <a:gd name="T90" fmla="*/ 610 w 640"/>
                <a:gd name="T91" fmla="*/ 228 h 768"/>
                <a:gd name="T92" fmla="*/ 546 w 640"/>
                <a:gd name="T93" fmla="*/ 198 h 768"/>
                <a:gd name="T94" fmla="*/ 494 w 640"/>
                <a:gd name="T95" fmla="*/ 198 h 768"/>
                <a:gd name="T96" fmla="*/ 485 w 640"/>
                <a:gd name="T97" fmla="*/ 198 h 768"/>
                <a:gd name="T98" fmla="*/ 410 w 640"/>
                <a:gd name="T99" fmla="*/ 202 h 768"/>
                <a:gd name="T100" fmla="*/ 418 w 640"/>
                <a:gd name="T101" fmla="*/ 166 h 768"/>
                <a:gd name="T102" fmla="*/ 536 w 640"/>
                <a:gd name="T103" fmla="*/ 88 h 768"/>
                <a:gd name="T104" fmla="*/ 555 w 640"/>
                <a:gd name="T105" fmla="*/ 34 h 768"/>
                <a:gd name="T106" fmla="*/ 519 w 640"/>
                <a:gd name="T107" fmla="*/ 6 h 768"/>
                <a:gd name="T108" fmla="*/ 511 w 640"/>
                <a:gd name="T109" fmla="*/ 6 h 768"/>
                <a:gd name="T110" fmla="*/ 503 w 640"/>
                <a:gd name="T111" fmla="*/ 7 h 768"/>
                <a:gd name="T112" fmla="*/ 418 w 640"/>
                <a:gd name="T113" fmla="*/ 0 h 7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640" h="768">
                  <a:moveTo>
                    <a:pt x="381" y="108"/>
                  </a:move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moveTo>
                    <a:pt x="418" y="0"/>
                  </a:moveTo>
                  <a:cubicBezTo>
                    <a:pt x="394" y="0"/>
                    <a:pt x="373" y="9"/>
                    <a:pt x="351" y="14"/>
                  </a:cubicBezTo>
                  <a:cubicBezTo>
                    <a:pt x="333" y="18"/>
                    <a:pt x="316" y="27"/>
                    <a:pt x="298" y="34"/>
                  </a:cubicBezTo>
                  <a:cubicBezTo>
                    <a:pt x="281" y="41"/>
                    <a:pt x="266" y="52"/>
                    <a:pt x="251" y="63"/>
                  </a:cubicBezTo>
                  <a:cubicBezTo>
                    <a:pt x="231" y="79"/>
                    <a:pt x="208" y="89"/>
                    <a:pt x="189" y="106"/>
                  </a:cubicBezTo>
                  <a:cubicBezTo>
                    <a:pt x="182" y="113"/>
                    <a:pt x="178" y="131"/>
                    <a:pt x="185" y="136"/>
                  </a:cubicBezTo>
                  <a:cubicBezTo>
                    <a:pt x="198" y="147"/>
                    <a:pt x="213" y="154"/>
                    <a:pt x="230" y="154"/>
                  </a:cubicBezTo>
                  <a:cubicBezTo>
                    <a:pt x="232" y="154"/>
                    <a:pt x="235" y="154"/>
                    <a:pt x="238" y="153"/>
                  </a:cubicBezTo>
                  <a:cubicBezTo>
                    <a:pt x="240" y="153"/>
                    <a:pt x="243" y="151"/>
                    <a:pt x="245" y="149"/>
                  </a:cubicBezTo>
                  <a:cubicBezTo>
                    <a:pt x="250" y="144"/>
                    <a:pt x="254" y="137"/>
                    <a:pt x="260" y="133"/>
                  </a:cubicBezTo>
                  <a:cubicBezTo>
                    <a:pt x="274" y="123"/>
                    <a:pt x="285" y="108"/>
                    <a:pt x="304" y="105"/>
                  </a:cubicBezTo>
                  <a:cubicBezTo>
                    <a:pt x="312" y="103"/>
                    <a:pt x="319" y="99"/>
                    <a:pt x="326" y="96"/>
                  </a:cubicBezTo>
                  <a:cubicBezTo>
                    <a:pt x="342" y="90"/>
                    <a:pt x="357" y="80"/>
                    <a:pt x="374" y="77"/>
                  </a:cubicBezTo>
                  <a:cubicBezTo>
                    <a:pt x="396" y="72"/>
                    <a:pt x="418" y="69"/>
                    <a:pt x="439" y="58"/>
                  </a:cubicBezTo>
                  <a:cubicBezTo>
                    <a:pt x="439" y="58"/>
                    <a:pt x="440" y="58"/>
                    <a:pt x="440" y="58"/>
                  </a:cubicBezTo>
                  <a:cubicBezTo>
                    <a:pt x="444" y="58"/>
                    <a:pt x="449" y="61"/>
                    <a:pt x="453" y="62"/>
                  </a:cubicBezTo>
                  <a:cubicBezTo>
                    <a:pt x="451" y="66"/>
                    <a:pt x="449" y="71"/>
                    <a:pt x="445" y="73"/>
                  </a:cubicBezTo>
                  <a:cubicBezTo>
                    <a:pt x="433" y="82"/>
                    <a:pt x="421" y="89"/>
                    <a:pt x="408" y="96"/>
                  </a:cubicBezTo>
                  <a:cubicBezTo>
                    <a:pt x="400" y="101"/>
                    <a:pt x="392" y="105"/>
                    <a:pt x="384" y="109"/>
                  </a:cubicBezTo>
                  <a:cubicBezTo>
                    <a:pt x="384" y="109"/>
                    <a:pt x="383" y="109"/>
                    <a:pt x="383" y="109"/>
                  </a:cubicBezTo>
                  <a:cubicBezTo>
                    <a:pt x="383" y="109"/>
                    <a:pt x="382" y="109"/>
                    <a:pt x="381" y="108"/>
                  </a:cubicBezTo>
                  <a:cubicBezTo>
                    <a:pt x="381" y="108"/>
                    <a:pt x="381" y="108"/>
                    <a:pt x="381" y="108"/>
                  </a:cubicBezTo>
                  <a:cubicBezTo>
                    <a:pt x="373" y="116"/>
                    <a:pt x="367" y="123"/>
                    <a:pt x="360" y="130"/>
                  </a:cubicBezTo>
                  <a:cubicBezTo>
                    <a:pt x="349" y="140"/>
                    <a:pt x="337" y="150"/>
                    <a:pt x="326" y="160"/>
                  </a:cubicBezTo>
                  <a:cubicBezTo>
                    <a:pt x="320" y="166"/>
                    <a:pt x="316" y="173"/>
                    <a:pt x="311" y="180"/>
                  </a:cubicBezTo>
                  <a:cubicBezTo>
                    <a:pt x="303" y="192"/>
                    <a:pt x="307" y="214"/>
                    <a:pt x="321" y="218"/>
                  </a:cubicBezTo>
                  <a:cubicBezTo>
                    <a:pt x="329" y="220"/>
                    <a:pt x="333" y="225"/>
                    <a:pt x="336" y="231"/>
                  </a:cubicBezTo>
                  <a:cubicBezTo>
                    <a:pt x="343" y="242"/>
                    <a:pt x="340" y="251"/>
                    <a:pt x="328" y="254"/>
                  </a:cubicBezTo>
                  <a:cubicBezTo>
                    <a:pt x="293" y="265"/>
                    <a:pt x="257" y="276"/>
                    <a:pt x="221" y="287"/>
                  </a:cubicBezTo>
                  <a:cubicBezTo>
                    <a:pt x="214" y="289"/>
                    <a:pt x="204" y="289"/>
                    <a:pt x="199" y="293"/>
                  </a:cubicBezTo>
                  <a:cubicBezTo>
                    <a:pt x="188" y="302"/>
                    <a:pt x="178" y="306"/>
                    <a:pt x="165" y="306"/>
                  </a:cubicBezTo>
                  <a:cubicBezTo>
                    <a:pt x="164" y="306"/>
                    <a:pt x="163" y="306"/>
                    <a:pt x="163" y="306"/>
                  </a:cubicBezTo>
                  <a:cubicBezTo>
                    <a:pt x="163" y="306"/>
                    <a:pt x="162" y="306"/>
                    <a:pt x="162" y="306"/>
                  </a:cubicBezTo>
                  <a:cubicBezTo>
                    <a:pt x="154" y="306"/>
                    <a:pt x="148" y="311"/>
                    <a:pt x="149" y="320"/>
                  </a:cubicBezTo>
                  <a:cubicBezTo>
                    <a:pt x="150" y="334"/>
                    <a:pt x="159" y="342"/>
                    <a:pt x="169" y="350"/>
                  </a:cubicBezTo>
                  <a:cubicBezTo>
                    <a:pt x="180" y="358"/>
                    <a:pt x="191" y="365"/>
                    <a:pt x="199" y="375"/>
                  </a:cubicBezTo>
                  <a:cubicBezTo>
                    <a:pt x="207" y="383"/>
                    <a:pt x="216" y="389"/>
                    <a:pt x="225" y="392"/>
                  </a:cubicBezTo>
                  <a:cubicBezTo>
                    <a:pt x="240" y="395"/>
                    <a:pt x="256" y="396"/>
                    <a:pt x="272" y="397"/>
                  </a:cubicBezTo>
                  <a:cubicBezTo>
                    <a:pt x="280" y="397"/>
                    <a:pt x="289" y="397"/>
                    <a:pt x="298" y="397"/>
                  </a:cubicBezTo>
                  <a:cubicBezTo>
                    <a:pt x="304" y="397"/>
                    <a:pt x="310" y="397"/>
                    <a:pt x="316" y="397"/>
                  </a:cubicBezTo>
                  <a:cubicBezTo>
                    <a:pt x="322" y="397"/>
                    <a:pt x="328" y="397"/>
                    <a:pt x="334" y="397"/>
                  </a:cubicBezTo>
                  <a:cubicBezTo>
                    <a:pt x="335" y="397"/>
                    <a:pt x="336" y="397"/>
                    <a:pt x="337" y="397"/>
                  </a:cubicBezTo>
                  <a:cubicBezTo>
                    <a:pt x="345" y="397"/>
                    <a:pt x="358" y="412"/>
                    <a:pt x="354" y="419"/>
                  </a:cubicBezTo>
                  <a:cubicBezTo>
                    <a:pt x="348" y="432"/>
                    <a:pt x="351" y="445"/>
                    <a:pt x="350" y="458"/>
                  </a:cubicBezTo>
                  <a:cubicBezTo>
                    <a:pt x="350" y="464"/>
                    <a:pt x="351" y="471"/>
                    <a:pt x="350" y="478"/>
                  </a:cubicBezTo>
                  <a:cubicBezTo>
                    <a:pt x="346" y="500"/>
                    <a:pt x="342" y="522"/>
                    <a:pt x="343" y="545"/>
                  </a:cubicBezTo>
                  <a:cubicBezTo>
                    <a:pt x="343" y="548"/>
                    <a:pt x="343" y="550"/>
                    <a:pt x="343" y="552"/>
                  </a:cubicBezTo>
                  <a:cubicBezTo>
                    <a:pt x="341" y="562"/>
                    <a:pt x="337" y="571"/>
                    <a:pt x="337" y="581"/>
                  </a:cubicBezTo>
                  <a:cubicBezTo>
                    <a:pt x="336" y="598"/>
                    <a:pt x="330" y="613"/>
                    <a:pt x="313" y="616"/>
                  </a:cubicBezTo>
                  <a:cubicBezTo>
                    <a:pt x="295" y="620"/>
                    <a:pt x="278" y="630"/>
                    <a:pt x="260" y="630"/>
                  </a:cubicBezTo>
                  <a:cubicBezTo>
                    <a:pt x="257" y="630"/>
                    <a:pt x="253" y="630"/>
                    <a:pt x="250" y="629"/>
                  </a:cubicBezTo>
                  <a:cubicBezTo>
                    <a:pt x="249" y="629"/>
                    <a:pt x="249" y="629"/>
                    <a:pt x="249" y="629"/>
                  </a:cubicBezTo>
                  <a:cubicBezTo>
                    <a:pt x="247" y="629"/>
                    <a:pt x="244" y="631"/>
                    <a:pt x="242" y="631"/>
                  </a:cubicBezTo>
                  <a:cubicBezTo>
                    <a:pt x="233" y="633"/>
                    <a:pt x="223" y="635"/>
                    <a:pt x="214" y="636"/>
                  </a:cubicBezTo>
                  <a:cubicBezTo>
                    <a:pt x="209" y="636"/>
                    <a:pt x="203" y="636"/>
                    <a:pt x="198" y="636"/>
                  </a:cubicBezTo>
                  <a:cubicBezTo>
                    <a:pt x="190" y="636"/>
                    <a:pt x="183" y="636"/>
                    <a:pt x="175" y="636"/>
                  </a:cubicBezTo>
                  <a:cubicBezTo>
                    <a:pt x="151" y="636"/>
                    <a:pt x="128" y="636"/>
                    <a:pt x="104" y="636"/>
                  </a:cubicBezTo>
                  <a:cubicBezTo>
                    <a:pt x="86" y="636"/>
                    <a:pt x="67" y="636"/>
                    <a:pt x="48" y="636"/>
                  </a:cubicBezTo>
                  <a:cubicBezTo>
                    <a:pt x="35" y="637"/>
                    <a:pt x="21" y="640"/>
                    <a:pt x="8" y="643"/>
                  </a:cubicBezTo>
                  <a:cubicBezTo>
                    <a:pt x="5" y="644"/>
                    <a:pt x="0" y="649"/>
                    <a:pt x="0" y="651"/>
                  </a:cubicBezTo>
                  <a:cubicBezTo>
                    <a:pt x="0" y="655"/>
                    <a:pt x="3" y="660"/>
                    <a:pt x="7" y="662"/>
                  </a:cubicBezTo>
                  <a:cubicBezTo>
                    <a:pt x="21" y="669"/>
                    <a:pt x="36" y="676"/>
                    <a:pt x="51" y="683"/>
                  </a:cubicBezTo>
                  <a:cubicBezTo>
                    <a:pt x="62" y="688"/>
                    <a:pt x="73" y="694"/>
                    <a:pt x="85" y="699"/>
                  </a:cubicBezTo>
                  <a:cubicBezTo>
                    <a:pt x="100" y="705"/>
                    <a:pt x="116" y="710"/>
                    <a:pt x="131" y="716"/>
                  </a:cubicBezTo>
                  <a:cubicBezTo>
                    <a:pt x="134" y="717"/>
                    <a:pt x="136" y="721"/>
                    <a:pt x="138" y="722"/>
                  </a:cubicBezTo>
                  <a:cubicBezTo>
                    <a:pt x="142" y="725"/>
                    <a:pt x="146" y="728"/>
                    <a:pt x="150" y="730"/>
                  </a:cubicBezTo>
                  <a:cubicBezTo>
                    <a:pt x="166" y="736"/>
                    <a:pt x="182" y="741"/>
                    <a:pt x="197" y="747"/>
                  </a:cubicBezTo>
                  <a:cubicBezTo>
                    <a:pt x="223" y="757"/>
                    <a:pt x="250" y="768"/>
                    <a:pt x="279" y="768"/>
                  </a:cubicBezTo>
                  <a:cubicBezTo>
                    <a:pt x="283" y="768"/>
                    <a:pt x="288" y="768"/>
                    <a:pt x="292" y="767"/>
                  </a:cubicBezTo>
                  <a:cubicBezTo>
                    <a:pt x="305" y="766"/>
                    <a:pt x="319" y="765"/>
                    <a:pt x="331" y="762"/>
                  </a:cubicBezTo>
                  <a:cubicBezTo>
                    <a:pt x="344" y="759"/>
                    <a:pt x="356" y="754"/>
                    <a:pt x="369" y="750"/>
                  </a:cubicBezTo>
                  <a:cubicBezTo>
                    <a:pt x="387" y="743"/>
                    <a:pt x="405" y="736"/>
                    <a:pt x="420" y="722"/>
                  </a:cubicBezTo>
                  <a:cubicBezTo>
                    <a:pt x="423" y="719"/>
                    <a:pt x="428" y="717"/>
                    <a:pt x="431" y="714"/>
                  </a:cubicBezTo>
                  <a:cubicBezTo>
                    <a:pt x="438" y="706"/>
                    <a:pt x="447" y="700"/>
                    <a:pt x="452" y="691"/>
                  </a:cubicBezTo>
                  <a:cubicBezTo>
                    <a:pt x="457" y="683"/>
                    <a:pt x="460" y="673"/>
                    <a:pt x="463" y="664"/>
                  </a:cubicBezTo>
                  <a:cubicBezTo>
                    <a:pt x="464" y="655"/>
                    <a:pt x="466" y="646"/>
                    <a:pt x="465" y="637"/>
                  </a:cubicBezTo>
                  <a:cubicBezTo>
                    <a:pt x="461" y="613"/>
                    <a:pt x="456" y="590"/>
                    <a:pt x="451" y="567"/>
                  </a:cubicBezTo>
                  <a:cubicBezTo>
                    <a:pt x="451" y="565"/>
                    <a:pt x="451" y="564"/>
                    <a:pt x="451" y="563"/>
                  </a:cubicBezTo>
                  <a:cubicBezTo>
                    <a:pt x="456" y="545"/>
                    <a:pt x="445" y="530"/>
                    <a:pt x="444" y="513"/>
                  </a:cubicBezTo>
                  <a:cubicBezTo>
                    <a:pt x="443" y="503"/>
                    <a:pt x="438" y="493"/>
                    <a:pt x="445" y="483"/>
                  </a:cubicBezTo>
                  <a:cubicBezTo>
                    <a:pt x="447" y="480"/>
                    <a:pt x="447" y="473"/>
                    <a:pt x="446" y="469"/>
                  </a:cubicBezTo>
                  <a:cubicBezTo>
                    <a:pt x="444" y="446"/>
                    <a:pt x="442" y="423"/>
                    <a:pt x="439" y="400"/>
                  </a:cubicBezTo>
                  <a:cubicBezTo>
                    <a:pt x="438" y="388"/>
                    <a:pt x="444" y="383"/>
                    <a:pt x="454" y="380"/>
                  </a:cubicBezTo>
                  <a:cubicBezTo>
                    <a:pt x="463" y="378"/>
                    <a:pt x="472" y="376"/>
                    <a:pt x="481" y="373"/>
                  </a:cubicBezTo>
                  <a:cubicBezTo>
                    <a:pt x="495" y="368"/>
                    <a:pt x="508" y="361"/>
                    <a:pt x="522" y="357"/>
                  </a:cubicBezTo>
                  <a:cubicBezTo>
                    <a:pt x="558" y="346"/>
                    <a:pt x="591" y="329"/>
                    <a:pt x="623" y="310"/>
                  </a:cubicBezTo>
                  <a:cubicBezTo>
                    <a:pt x="627" y="308"/>
                    <a:pt x="629" y="305"/>
                    <a:pt x="631" y="301"/>
                  </a:cubicBezTo>
                  <a:cubicBezTo>
                    <a:pt x="640" y="282"/>
                    <a:pt x="628" y="240"/>
                    <a:pt x="610" y="228"/>
                  </a:cubicBezTo>
                  <a:cubicBezTo>
                    <a:pt x="600" y="222"/>
                    <a:pt x="589" y="215"/>
                    <a:pt x="577" y="210"/>
                  </a:cubicBezTo>
                  <a:cubicBezTo>
                    <a:pt x="568" y="205"/>
                    <a:pt x="557" y="199"/>
                    <a:pt x="546" y="198"/>
                  </a:cubicBezTo>
                  <a:cubicBezTo>
                    <a:pt x="539" y="198"/>
                    <a:pt x="532" y="197"/>
                    <a:pt x="525" y="197"/>
                  </a:cubicBezTo>
                  <a:cubicBezTo>
                    <a:pt x="514" y="197"/>
                    <a:pt x="504" y="198"/>
                    <a:pt x="494" y="198"/>
                  </a:cubicBezTo>
                  <a:cubicBezTo>
                    <a:pt x="493" y="198"/>
                    <a:pt x="492" y="198"/>
                    <a:pt x="491" y="198"/>
                  </a:cubicBezTo>
                  <a:cubicBezTo>
                    <a:pt x="489" y="198"/>
                    <a:pt x="487" y="198"/>
                    <a:pt x="485" y="198"/>
                  </a:cubicBezTo>
                  <a:cubicBezTo>
                    <a:pt x="462" y="205"/>
                    <a:pt x="439" y="211"/>
                    <a:pt x="416" y="217"/>
                  </a:cubicBezTo>
                  <a:cubicBezTo>
                    <a:pt x="414" y="211"/>
                    <a:pt x="411" y="207"/>
                    <a:pt x="410" y="202"/>
                  </a:cubicBezTo>
                  <a:cubicBezTo>
                    <a:pt x="409" y="197"/>
                    <a:pt x="408" y="192"/>
                    <a:pt x="407" y="187"/>
                  </a:cubicBezTo>
                  <a:cubicBezTo>
                    <a:pt x="404" y="177"/>
                    <a:pt x="407" y="168"/>
                    <a:pt x="418" y="166"/>
                  </a:cubicBezTo>
                  <a:cubicBezTo>
                    <a:pt x="438" y="162"/>
                    <a:pt x="453" y="146"/>
                    <a:pt x="470" y="135"/>
                  </a:cubicBezTo>
                  <a:cubicBezTo>
                    <a:pt x="492" y="120"/>
                    <a:pt x="513" y="103"/>
                    <a:pt x="536" y="88"/>
                  </a:cubicBezTo>
                  <a:cubicBezTo>
                    <a:pt x="549" y="79"/>
                    <a:pt x="556" y="67"/>
                    <a:pt x="558" y="51"/>
                  </a:cubicBezTo>
                  <a:cubicBezTo>
                    <a:pt x="559" y="46"/>
                    <a:pt x="558" y="39"/>
                    <a:pt x="555" y="34"/>
                  </a:cubicBezTo>
                  <a:cubicBezTo>
                    <a:pt x="549" y="25"/>
                    <a:pt x="543" y="17"/>
                    <a:pt x="535" y="10"/>
                  </a:cubicBezTo>
                  <a:cubicBezTo>
                    <a:pt x="531" y="6"/>
                    <a:pt x="524" y="6"/>
                    <a:pt x="519" y="6"/>
                  </a:cubicBezTo>
                  <a:cubicBezTo>
                    <a:pt x="518" y="6"/>
                    <a:pt x="518" y="6"/>
                    <a:pt x="517" y="6"/>
                  </a:cubicBezTo>
                  <a:cubicBezTo>
                    <a:pt x="515" y="6"/>
                    <a:pt x="513" y="6"/>
                    <a:pt x="511" y="6"/>
                  </a:cubicBezTo>
                  <a:cubicBezTo>
                    <a:pt x="508" y="7"/>
                    <a:pt x="506" y="7"/>
                    <a:pt x="504" y="7"/>
                  </a:cubicBezTo>
                  <a:cubicBezTo>
                    <a:pt x="504" y="7"/>
                    <a:pt x="503" y="7"/>
                    <a:pt x="503" y="7"/>
                  </a:cubicBezTo>
                  <a:cubicBezTo>
                    <a:pt x="479" y="5"/>
                    <a:pt x="454" y="4"/>
                    <a:pt x="430" y="1"/>
                  </a:cubicBezTo>
                  <a:cubicBezTo>
                    <a:pt x="426" y="0"/>
                    <a:pt x="422" y="0"/>
                    <a:pt x="41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6" name="Freeform 275"/>
            <p:cNvSpPr/>
            <p:nvPr/>
          </p:nvSpPr>
          <p:spPr bwMode="auto">
            <a:xfrm>
              <a:off x="2726433" y="1550974"/>
              <a:ext cx="446518" cy="515244"/>
            </a:xfrm>
            <a:custGeom>
              <a:avLst/>
              <a:gdLst>
                <a:gd name="T0" fmla="*/ 848 w 1226"/>
                <a:gd name="T1" fmla="*/ 24 h 1411"/>
                <a:gd name="T2" fmla="*/ 876 w 1226"/>
                <a:gd name="T3" fmla="*/ 176 h 1411"/>
                <a:gd name="T4" fmla="*/ 862 w 1226"/>
                <a:gd name="T5" fmla="*/ 390 h 1411"/>
                <a:gd name="T6" fmla="*/ 779 w 1226"/>
                <a:gd name="T7" fmla="*/ 442 h 1411"/>
                <a:gd name="T8" fmla="*/ 748 w 1226"/>
                <a:gd name="T9" fmla="*/ 425 h 1411"/>
                <a:gd name="T10" fmla="*/ 770 w 1226"/>
                <a:gd name="T11" fmla="*/ 264 h 1411"/>
                <a:gd name="T12" fmla="*/ 574 w 1226"/>
                <a:gd name="T13" fmla="*/ 360 h 1411"/>
                <a:gd name="T14" fmla="*/ 440 w 1226"/>
                <a:gd name="T15" fmla="*/ 518 h 1411"/>
                <a:gd name="T16" fmla="*/ 488 w 1226"/>
                <a:gd name="T17" fmla="*/ 399 h 1411"/>
                <a:gd name="T18" fmla="*/ 397 w 1226"/>
                <a:gd name="T19" fmla="*/ 347 h 1411"/>
                <a:gd name="T20" fmla="*/ 354 w 1226"/>
                <a:gd name="T21" fmla="*/ 427 h 1411"/>
                <a:gd name="T22" fmla="*/ 199 w 1226"/>
                <a:gd name="T23" fmla="*/ 557 h 1411"/>
                <a:gd name="T24" fmla="*/ 70 w 1226"/>
                <a:gd name="T25" fmla="*/ 587 h 1411"/>
                <a:gd name="T26" fmla="*/ 26 w 1226"/>
                <a:gd name="T27" fmla="*/ 582 h 1411"/>
                <a:gd name="T28" fmla="*/ 3 w 1226"/>
                <a:gd name="T29" fmla="*/ 631 h 1411"/>
                <a:gd name="T30" fmla="*/ 113 w 1226"/>
                <a:gd name="T31" fmla="*/ 697 h 1411"/>
                <a:gd name="T32" fmla="*/ 268 w 1226"/>
                <a:gd name="T33" fmla="*/ 623 h 1411"/>
                <a:gd name="T34" fmla="*/ 234 w 1226"/>
                <a:gd name="T35" fmla="*/ 765 h 1411"/>
                <a:gd name="T36" fmla="*/ 179 w 1226"/>
                <a:gd name="T37" fmla="*/ 920 h 1411"/>
                <a:gd name="T38" fmla="*/ 255 w 1226"/>
                <a:gd name="T39" fmla="*/ 959 h 1411"/>
                <a:gd name="T40" fmla="*/ 354 w 1226"/>
                <a:gd name="T41" fmla="*/ 877 h 1411"/>
                <a:gd name="T42" fmla="*/ 358 w 1226"/>
                <a:gd name="T43" fmla="*/ 912 h 1411"/>
                <a:gd name="T44" fmla="*/ 353 w 1226"/>
                <a:gd name="T45" fmla="*/ 1060 h 1411"/>
                <a:gd name="T46" fmla="*/ 400 w 1226"/>
                <a:gd name="T47" fmla="*/ 1160 h 1411"/>
                <a:gd name="T48" fmla="*/ 443 w 1226"/>
                <a:gd name="T49" fmla="*/ 1051 h 1411"/>
                <a:gd name="T50" fmla="*/ 434 w 1226"/>
                <a:gd name="T51" fmla="*/ 962 h 1411"/>
                <a:gd name="T52" fmla="*/ 446 w 1226"/>
                <a:gd name="T53" fmla="*/ 814 h 1411"/>
                <a:gd name="T54" fmla="*/ 485 w 1226"/>
                <a:gd name="T55" fmla="*/ 624 h 1411"/>
                <a:gd name="T56" fmla="*/ 573 w 1226"/>
                <a:gd name="T57" fmla="*/ 486 h 1411"/>
                <a:gd name="T58" fmla="*/ 646 w 1226"/>
                <a:gd name="T59" fmla="*/ 401 h 1411"/>
                <a:gd name="T60" fmla="*/ 670 w 1226"/>
                <a:gd name="T61" fmla="*/ 560 h 1411"/>
                <a:gd name="T62" fmla="*/ 682 w 1226"/>
                <a:gd name="T63" fmla="*/ 613 h 1411"/>
                <a:gd name="T64" fmla="*/ 498 w 1226"/>
                <a:gd name="T65" fmla="*/ 776 h 1411"/>
                <a:gd name="T66" fmla="*/ 526 w 1226"/>
                <a:gd name="T67" fmla="*/ 859 h 1411"/>
                <a:gd name="T68" fmla="*/ 557 w 1226"/>
                <a:gd name="T69" fmla="*/ 855 h 1411"/>
                <a:gd name="T70" fmla="*/ 776 w 1226"/>
                <a:gd name="T71" fmla="*/ 713 h 1411"/>
                <a:gd name="T72" fmla="*/ 855 w 1226"/>
                <a:gd name="T73" fmla="*/ 703 h 1411"/>
                <a:gd name="T74" fmla="*/ 896 w 1226"/>
                <a:gd name="T75" fmla="*/ 1148 h 1411"/>
                <a:gd name="T76" fmla="*/ 931 w 1226"/>
                <a:gd name="T77" fmla="*/ 1406 h 1411"/>
                <a:gd name="T78" fmla="*/ 985 w 1226"/>
                <a:gd name="T79" fmla="*/ 1328 h 1411"/>
                <a:gd name="T80" fmla="*/ 1019 w 1226"/>
                <a:gd name="T81" fmla="*/ 1094 h 1411"/>
                <a:gd name="T82" fmla="*/ 1017 w 1226"/>
                <a:gd name="T83" fmla="*/ 973 h 1411"/>
                <a:gd name="T84" fmla="*/ 1007 w 1226"/>
                <a:gd name="T85" fmla="*/ 804 h 1411"/>
                <a:gd name="T86" fmla="*/ 1005 w 1226"/>
                <a:gd name="T87" fmla="*/ 693 h 1411"/>
                <a:gd name="T88" fmla="*/ 1006 w 1226"/>
                <a:gd name="T89" fmla="*/ 684 h 1411"/>
                <a:gd name="T90" fmla="*/ 1089 w 1226"/>
                <a:gd name="T91" fmla="*/ 592 h 1411"/>
                <a:gd name="T92" fmla="*/ 1179 w 1226"/>
                <a:gd name="T93" fmla="*/ 461 h 1411"/>
                <a:gd name="T94" fmla="*/ 1119 w 1226"/>
                <a:gd name="T95" fmla="*/ 453 h 1411"/>
                <a:gd name="T96" fmla="*/ 1054 w 1226"/>
                <a:gd name="T97" fmla="*/ 462 h 1411"/>
                <a:gd name="T98" fmla="*/ 989 w 1226"/>
                <a:gd name="T99" fmla="*/ 387 h 1411"/>
                <a:gd name="T100" fmla="*/ 995 w 1226"/>
                <a:gd name="T101" fmla="*/ 141 h 1411"/>
                <a:gd name="T102" fmla="*/ 911 w 1226"/>
                <a:gd name="T103" fmla="*/ 0 h 14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26" h="1411">
                  <a:moveTo>
                    <a:pt x="911" y="0"/>
                  </a:moveTo>
                  <a:cubicBezTo>
                    <a:pt x="905" y="0"/>
                    <a:pt x="899" y="0"/>
                    <a:pt x="893" y="1"/>
                  </a:cubicBezTo>
                  <a:cubicBezTo>
                    <a:pt x="880" y="3"/>
                    <a:pt x="867" y="9"/>
                    <a:pt x="854" y="13"/>
                  </a:cubicBezTo>
                  <a:cubicBezTo>
                    <a:pt x="851" y="15"/>
                    <a:pt x="848" y="21"/>
                    <a:pt x="848" y="24"/>
                  </a:cubicBezTo>
                  <a:cubicBezTo>
                    <a:pt x="852" y="40"/>
                    <a:pt x="855" y="56"/>
                    <a:pt x="860" y="72"/>
                  </a:cubicBezTo>
                  <a:cubicBezTo>
                    <a:pt x="863" y="82"/>
                    <a:pt x="869" y="92"/>
                    <a:pt x="871" y="103"/>
                  </a:cubicBezTo>
                  <a:cubicBezTo>
                    <a:pt x="874" y="118"/>
                    <a:pt x="873" y="134"/>
                    <a:pt x="874" y="150"/>
                  </a:cubicBezTo>
                  <a:cubicBezTo>
                    <a:pt x="875" y="159"/>
                    <a:pt x="878" y="168"/>
                    <a:pt x="876" y="176"/>
                  </a:cubicBezTo>
                  <a:cubicBezTo>
                    <a:pt x="869" y="200"/>
                    <a:pt x="872" y="223"/>
                    <a:pt x="873" y="247"/>
                  </a:cubicBezTo>
                  <a:cubicBezTo>
                    <a:pt x="873" y="262"/>
                    <a:pt x="873" y="276"/>
                    <a:pt x="871" y="290"/>
                  </a:cubicBezTo>
                  <a:cubicBezTo>
                    <a:pt x="870" y="304"/>
                    <a:pt x="863" y="316"/>
                    <a:pt x="867" y="331"/>
                  </a:cubicBezTo>
                  <a:cubicBezTo>
                    <a:pt x="872" y="350"/>
                    <a:pt x="856" y="367"/>
                    <a:pt x="862" y="390"/>
                  </a:cubicBezTo>
                  <a:cubicBezTo>
                    <a:pt x="868" y="418"/>
                    <a:pt x="862" y="450"/>
                    <a:pt x="861" y="480"/>
                  </a:cubicBezTo>
                  <a:cubicBezTo>
                    <a:pt x="861" y="491"/>
                    <a:pt x="856" y="498"/>
                    <a:pt x="843" y="500"/>
                  </a:cubicBezTo>
                  <a:cubicBezTo>
                    <a:pt x="839" y="469"/>
                    <a:pt x="823" y="450"/>
                    <a:pt x="794" y="443"/>
                  </a:cubicBezTo>
                  <a:cubicBezTo>
                    <a:pt x="789" y="442"/>
                    <a:pt x="784" y="442"/>
                    <a:pt x="779" y="442"/>
                  </a:cubicBezTo>
                  <a:cubicBezTo>
                    <a:pt x="776" y="442"/>
                    <a:pt x="773" y="442"/>
                    <a:pt x="770" y="442"/>
                  </a:cubicBezTo>
                  <a:cubicBezTo>
                    <a:pt x="767" y="442"/>
                    <a:pt x="764" y="442"/>
                    <a:pt x="762" y="442"/>
                  </a:cubicBezTo>
                  <a:cubicBezTo>
                    <a:pt x="760" y="442"/>
                    <a:pt x="758" y="442"/>
                    <a:pt x="757" y="442"/>
                  </a:cubicBezTo>
                  <a:cubicBezTo>
                    <a:pt x="745" y="441"/>
                    <a:pt x="742" y="435"/>
                    <a:pt x="748" y="425"/>
                  </a:cubicBezTo>
                  <a:cubicBezTo>
                    <a:pt x="764" y="399"/>
                    <a:pt x="787" y="379"/>
                    <a:pt x="810" y="360"/>
                  </a:cubicBezTo>
                  <a:cubicBezTo>
                    <a:pt x="831" y="342"/>
                    <a:pt x="839" y="322"/>
                    <a:pt x="831" y="296"/>
                  </a:cubicBezTo>
                  <a:cubicBezTo>
                    <a:pt x="827" y="281"/>
                    <a:pt x="797" y="263"/>
                    <a:pt x="777" y="263"/>
                  </a:cubicBezTo>
                  <a:cubicBezTo>
                    <a:pt x="774" y="263"/>
                    <a:pt x="772" y="264"/>
                    <a:pt x="770" y="264"/>
                  </a:cubicBezTo>
                  <a:cubicBezTo>
                    <a:pt x="748" y="270"/>
                    <a:pt x="727" y="275"/>
                    <a:pt x="707" y="283"/>
                  </a:cubicBezTo>
                  <a:cubicBezTo>
                    <a:pt x="687" y="290"/>
                    <a:pt x="668" y="301"/>
                    <a:pt x="649" y="310"/>
                  </a:cubicBezTo>
                  <a:cubicBezTo>
                    <a:pt x="640" y="315"/>
                    <a:pt x="631" y="319"/>
                    <a:pt x="623" y="324"/>
                  </a:cubicBezTo>
                  <a:cubicBezTo>
                    <a:pt x="606" y="336"/>
                    <a:pt x="590" y="347"/>
                    <a:pt x="574" y="360"/>
                  </a:cubicBezTo>
                  <a:cubicBezTo>
                    <a:pt x="566" y="365"/>
                    <a:pt x="559" y="371"/>
                    <a:pt x="554" y="378"/>
                  </a:cubicBezTo>
                  <a:cubicBezTo>
                    <a:pt x="545" y="389"/>
                    <a:pt x="539" y="402"/>
                    <a:pt x="531" y="413"/>
                  </a:cubicBezTo>
                  <a:cubicBezTo>
                    <a:pt x="508" y="440"/>
                    <a:pt x="487" y="467"/>
                    <a:pt x="471" y="498"/>
                  </a:cubicBezTo>
                  <a:cubicBezTo>
                    <a:pt x="466" y="509"/>
                    <a:pt x="456" y="517"/>
                    <a:pt x="440" y="518"/>
                  </a:cubicBezTo>
                  <a:cubicBezTo>
                    <a:pt x="441" y="512"/>
                    <a:pt x="440" y="506"/>
                    <a:pt x="442" y="502"/>
                  </a:cubicBezTo>
                  <a:cubicBezTo>
                    <a:pt x="446" y="493"/>
                    <a:pt x="451" y="484"/>
                    <a:pt x="455" y="475"/>
                  </a:cubicBezTo>
                  <a:cubicBezTo>
                    <a:pt x="457" y="469"/>
                    <a:pt x="470" y="449"/>
                    <a:pt x="472" y="445"/>
                  </a:cubicBezTo>
                  <a:cubicBezTo>
                    <a:pt x="480" y="431"/>
                    <a:pt x="500" y="422"/>
                    <a:pt x="488" y="399"/>
                  </a:cubicBezTo>
                  <a:cubicBezTo>
                    <a:pt x="478" y="383"/>
                    <a:pt x="474" y="363"/>
                    <a:pt x="465" y="346"/>
                  </a:cubicBezTo>
                  <a:cubicBezTo>
                    <a:pt x="460" y="338"/>
                    <a:pt x="451" y="331"/>
                    <a:pt x="442" y="327"/>
                  </a:cubicBezTo>
                  <a:cubicBezTo>
                    <a:pt x="437" y="325"/>
                    <a:pt x="433" y="324"/>
                    <a:pt x="429" y="324"/>
                  </a:cubicBezTo>
                  <a:cubicBezTo>
                    <a:pt x="414" y="324"/>
                    <a:pt x="403" y="336"/>
                    <a:pt x="397" y="347"/>
                  </a:cubicBezTo>
                  <a:cubicBezTo>
                    <a:pt x="384" y="367"/>
                    <a:pt x="377" y="391"/>
                    <a:pt x="369" y="414"/>
                  </a:cubicBezTo>
                  <a:cubicBezTo>
                    <a:pt x="366" y="421"/>
                    <a:pt x="364" y="427"/>
                    <a:pt x="355" y="427"/>
                  </a:cubicBezTo>
                  <a:cubicBezTo>
                    <a:pt x="355" y="427"/>
                    <a:pt x="355" y="427"/>
                    <a:pt x="355" y="427"/>
                  </a:cubicBezTo>
                  <a:cubicBezTo>
                    <a:pt x="354" y="427"/>
                    <a:pt x="354" y="427"/>
                    <a:pt x="354" y="427"/>
                  </a:cubicBezTo>
                  <a:cubicBezTo>
                    <a:pt x="350" y="427"/>
                    <a:pt x="342" y="429"/>
                    <a:pt x="341" y="433"/>
                  </a:cubicBezTo>
                  <a:cubicBezTo>
                    <a:pt x="334" y="454"/>
                    <a:pt x="315" y="465"/>
                    <a:pt x="301" y="480"/>
                  </a:cubicBezTo>
                  <a:cubicBezTo>
                    <a:pt x="286" y="493"/>
                    <a:pt x="270" y="504"/>
                    <a:pt x="254" y="516"/>
                  </a:cubicBezTo>
                  <a:cubicBezTo>
                    <a:pt x="236" y="530"/>
                    <a:pt x="218" y="544"/>
                    <a:pt x="199" y="557"/>
                  </a:cubicBezTo>
                  <a:cubicBezTo>
                    <a:pt x="185" y="566"/>
                    <a:pt x="171" y="575"/>
                    <a:pt x="156" y="581"/>
                  </a:cubicBezTo>
                  <a:cubicBezTo>
                    <a:pt x="140" y="588"/>
                    <a:pt x="123" y="592"/>
                    <a:pt x="106" y="595"/>
                  </a:cubicBezTo>
                  <a:cubicBezTo>
                    <a:pt x="101" y="597"/>
                    <a:pt x="95" y="598"/>
                    <a:pt x="89" y="598"/>
                  </a:cubicBezTo>
                  <a:cubicBezTo>
                    <a:pt x="82" y="598"/>
                    <a:pt x="75" y="596"/>
                    <a:pt x="70" y="587"/>
                  </a:cubicBezTo>
                  <a:cubicBezTo>
                    <a:pt x="69" y="586"/>
                    <a:pt x="66" y="585"/>
                    <a:pt x="64" y="584"/>
                  </a:cubicBezTo>
                  <a:cubicBezTo>
                    <a:pt x="58" y="581"/>
                    <a:pt x="52" y="580"/>
                    <a:pt x="47" y="580"/>
                  </a:cubicBezTo>
                  <a:cubicBezTo>
                    <a:pt x="43" y="580"/>
                    <a:pt x="40" y="581"/>
                    <a:pt x="36" y="581"/>
                  </a:cubicBezTo>
                  <a:cubicBezTo>
                    <a:pt x="33" y="581"/>
                    <a:pt x="29" y="582"/>
                    <a:pt x="26" y="582"/>
                  </a:cubicBezTo>
                  <a:cubicBezTo>
                    <a:pt x="25" y="582"/>
                    <a:pt x="24" y="581"/>
                    <a:pt x="23" y="581"/>
                  </a:cubicBezTo>
                  <a:cubicBezTo>
                    <a:pt x="22" y="581"/>
                    <a:pt x="22" y="581"/>
                    <a:pt x="21" y="581"/>
                  </a:cubicBezTo>
                  <a:cubicBezTo>
                    <a:pt x="8" y="581"/>
                    <a:pt x="4" y="590"/>
                    <a:pt x="3" y="601"/>
                  </a:cubicBezTo>
                  <a:cubicBezTo>
                    <a:pt x="3" y="611"/>
                    <a:pt x="4" y="621"/>
                    <a:pt x="3" y="631"/>
                  </a:cubicBezTo>
                  <a:cubicBezTo>
                    <a:pt x="0" y="652"/>
                    <a:pt x="7" y="669"/>
                    <a:pt x="26" y="680"/>
                  </a:cubicBezTo>
                  <a:cubicBezTo>
                    <a:pt x="37" y="685"/>
                    <a:pt x="47" y="693"/>
                    <a:pt x="58" y="695"/>
                  </a:cubicBezTo>
                  <a:cubicBezTo>
                    <a:pt x="70" y="698"/>
                    <a:pt x="81" y="702"/>
                    <a:pt x="93" y="702"/>
                  </a:cubicBezTo>
                  <a:cubicBezTo>
                    <a:pt x="100" y="702"/>
                    <a:pt x="106" y="701"/>
                    <a:pt x="113" y="697"/>
                  </a:cubicBezTo>
                  <a:cubicBezTo>
                    <a:pt x="129" y="689"/>
                    <a:pt x="146" y="689"/>
                    <a:pt x="162" y="677"/>
                  </a:cubicBezTo>
                  <a:cubicBezTo>
                    <a:pt x="183" y="661"/>
                    <a:pt x="209" y="652"/>
                    <a:pt x="233" y="640"/>
                  </a:cubicBezTo>
                  <a:cubicBezTo>
                    <a:pt x="242" y="635"/>
                    <a:pt x="251" y="629"/>
                    <a:pt x="262" y="625"/>
                  </a:cubicBezTo>
                  <a:cubicBezTo>
                    <a:pt x="264" y="624"/>
                    <a:pt x="266" y="623"/>
                    <a:pt x="268" y="623"/>
                  </a:cubicBezTo>
                  <a:cubicBezTo>
                    <a:pt x="275" y="623"/>
                    <a:pt x="281" y="629"/>
                    <a:pt x="279" y="635"/>
                  </a:cubicBezTo>
                  <a:cubicBezTo>
                    <a:pt x="276" y="645"/>
                    <a:pt x="271" y="655"/>
                    <a:pt x="268" y="666"/>
                  </a:cubicBezTo>
                  <a:cubicBezTo>
                    <a:pt x="260" y="692"/>
                    <a:pt x="243" y="716"/>
                    <a:pt x="241" y="744"/>
                  </a:cubicBezTo>
                  <a:cubicBezTo>
                    <a:pt x="241" y="751"/>
                    <a:pt x="237" y="758"/>
                    <a:pt x="234" y="765"/>
                  </a:cubicBezTo>
                  <a:cubicBezTo>
                    <a:pt x="225" y="787"/>
                    <a:pt x="206" y="803"/>
                    <a:pt x="193" y="824"/>
                  </a:cubicBezTo>
                  <a:cubicBezTo>
                    <a:pt x="181" y="844"/>
                    <a:pt x="175" y="862"/>
                    <a:pt x="177" y="884"/>
                  </a:cubicBezTo>
                  <a:cubicBezTo>
                    <a:pt x="177" y="894"/>
                    <a:pt x="177" y="903"/>
                    <a:pt x="177" y="913"/>
                  </a:cubicBezTo>
                  <a:cubicBezTo>
                    <a:pt x="177" y="915"/>
                    <a:pt x="178" y="918"/>
                    <a:pt x="179" y="920"/>
                  </a:cubicBezTo>
                  <a:cubicBezTo>
                    <a:pt x="186" y="934"/>
                    <a:pt x="193" y="948"/>
                    <a:pt x="201" y="961"/>
                  </a:cubicBezTo>
                  <a:cubicBezTo>
                    <a:pt x="204" y="966"/>
                    <a:pt x="207" y="971"/>
                    <a:pt x="213" y="971"/>
                  </a:cubicBezTo>
                  <a:cubicBezTo>
                    <a:pt x="214" y="971"/>
                    <a:pt x="215" y="971"/>
                    <a:pt x="217" y="971"/>
                  </a:cubicBezTo>
                  <a:cubicBezTo>
                    <a:pt x="230" y="967"/>
                    <a:pt x="245" y="966"/>
                    <a:pt x="255" y="959"/>
                  </a:cubicBezTo>
                  <a:cubicBezTo>
                    <a:pt x="266" y="948"/>
                    <a:pt x="280" y="945"/>
                    <a:pt x="292" y="939"/>
                  </a:cubicBezTo>
                  <a:cubicBezTo>
                    <a:pt x="301" y="935"/>
                    <a:pt x="314" y="929"/>
                    <a:pt x="314" y="922"/>
                  </a:cubicBezTo>
                  <a:cubicBezTo>
                    <a:pt x="317" y="898"/>
                    <a:pt x="337" y="891"/>
                    <a:pt x="351" y="877"/>
                  </a:cubicBezTo>
                  <a:cubicBezTo>
                    <a:pt x="351" y="877"/>
                    <a:pt x="353" y="877"/>
                    <a:pt x="354" y="877"/>
                  </a:cubicBezTo>
                  <a:cubicBezTo>
                    <a:pt x="354" y="877"/>
                    <a:pt x="355" y="877"/>
                    <a:pt x="355" y="877"/>
                  </a:cubicBezTo>
                  <a:cubicBezTo>
                    <a:pt x="356" y="877"/>
                    <a:pt x="356" y="877"/>
                    <a:pt x="357" y="877"/>
                  </a:cubicBezTo>
                  <a:cubicBezTo>
                    <a:pt x="357" y="877"/>
                    <a:pt x="358" y="877"/>
                    <a:pt x="358" y="877"/>
                  </a:cubicBezTo>
                  <a:cubicBezTo>
                    <a:pt x="358" y="889"/>
                    <a:pt x="358" y="901"/>
                    <a:pt x="358" y="912"/>
                  </a:cubicBezTo>
                  <a:cubicBezTo>
                    <a:pt x="358" y="925"/>
                    <a:pt x="359" y="938"/>
                    <a:pt x="358" y="951"/>
                  </a:cubicBezTo>
                  <a:cubicBezTo>
                    <a:pt x="358" y="956"/>
                    <a:pt x="354" y="960"/>
                    <a:pt x="353" y="965"/>
                  </a:cubicBezTo>
                  <a:cubicBezTo>
                    <a:pt x="352" y="985"/>
                    <a:pt x="351" y="1006"/>
                    <a:pt x="351" y="1026"/>
                  </a:cubicBezTo>
                  <a:cubicBezTo>
                    <a:pt x="351" y="1037"/>
                    <a:pt x="353" y="1049"/>
                    <a:pt x="353" y="1060"/>
                  </a:cubicBezTo>
                  <a:cubicBezTo>
                    <a:pt x="354" y="1074"/>
                    <a:pt x="353" y="1087"/>
                    <a:pt x="354" y="1100"/>
                  </a:cubicBezTo>
                  <a:cubicBezTo>
                    <a:pt x="354" y="1105"/>
                    <a:pt x="356" y="1111"/>
                    <a:pt x="359" y="1114"/>
                  </a:cubicBezTo>
                  <a:cubicBezTo>
                    <a:pt x="369" y="1128"/>
                    <a:pt x="380" y="1141"/>
                    <a:pt x="391" y="1154"/>
                  </a:cubicBezTo>
                  <a:cubicBezTo>
                    <a:pt x="394" y="1157"/>
                    <a:pt x="396" y="1160"/>
                    <a:pt x="400" y="1160"/>
                  </a:cubicBezTo>
                  <a:cubicBezTo>
                    <a:pt x="402" y="1160"/>
                    <a:pt x="406" y="1158"/>
                    <a:pt x="409" y="1154"/>
                  </a:cubicBezTo>
                  <a:cubicBezTo>
                    <a:pt x="427" y="1134"/>
                    <a:pt x="430" y="1109"/>
                    <a:pt x="441" y="1087"/>
                  </a:cubicBezTo>
                  <a:cubicBezTo>
                    <a:pt x="442" y="1085"/>
                    <a:pt x="441" y="1083"/>
                    <a:pt x="441" y="1081"/>
                  </a:cubicBezTo>
                  <a:cubicBezTo>
                    <a:pt x="441" y="1072"/>
                    <a:pt x="442" y="1063"/>
                    <a:pt x="443" y="1051"/>
                  </a:cubicBezTo>
                  <a:cubicBezTo>
                    <a:pt x="443" y="1051"/>
                    <a:pt x="438" y="1049"/>
                    <a:pt x="438" y="1047"/>
                  </a:cubicBezTo>
                  <a:cubicBezTo>
                    <a:pt x="438" y="1035"/>
                    <a:pt x="440" y="1024"/>
                    <a:pt x="440" y="1012"/>
                  </a:cubicBezTo>
                  <a:cubicBezTo>
                    <a:pt x="439" y="1003"/>
                    <a:pt x="437" y="994"/>
                    <a:pt x="436" y="986"/>
                  </a:cubicBezTo>
                  <a:cubicBezTo>
                    <a:pt x="435" y="978"/>
                    <a:pt x="434" y="970"/>
                    <a:pt x="434" y="962"/>
                  </a:cubicBezTo>
                  <a:cubicBezTo>
                    <a:pt x="434" y="941"/>
                    <a:pt x="443" y="921"/>
                    <a:pt x="433" y="900"/>
                  </a:cubicBezTo>
                  <a:cubicBezTo>
                    <a:pt x="432" y="898"/>
                    <a:pt x="432" y="895"/>
                    <a:pt x="432" y="892"/>
                  </a:cubicBezTo>
                  <a:cubicBezTo>
                    <a:pt x="433" y="877"/>
                    <a:pt x="433" y="863"/>
                    <a:pt x="434" y="848"/>
                  </a:cubicBezTo>
                  <a:cubicBezTo>
                    <a:pt x="436" y="837"/>
                    <a:pt x="422" y="820"/>
                    <a:pt x="446" y="814"/>
                  </a:cubicBezTo>
                  <a:cubicBezTo>
                    <a:pt x="432" y="811"/>
                    <a:pt x="428" y="801"/>
                    <a:pt x="428" y="791"/>
                  </a:cubicBezTo>
                  <a:cubicBezTo>
                    <a:pt x="427" y="770"/>
                    <a:pt x="431" y="748"/>
                    <a:pt x="429" y="727"/>
                  </a:cubicBezTo>
                  <a:cubicBezTo>
                    <a:pt x="427" y="710"/>
                    <a:pt x="434" y="696"/>
                    <a:pt x="442" y="683"/>
                  </a:cubicBezTo>
                  <a:cubicBezTo>
                    <a:pt x="456" y="663"/>
                    <a:pt x="471" y="644"/>
                    <a:pt x="485" y="624"/>
                  </a:cubicBezTo>
                  <a:cubicBezTo>
                    <a:pt x="492" y="613"/>
                    <a:pt x="497" y="600"/>
                    <a:pt x="504" y="590"/>
                  </a:cubicBezTo>
                  <a:cubicBezTo>
                    <a:pt x="512" y="579"/>
                    <a:pt x="521" y="569"/>
                    <a:pt x="529" y="559"/>
                  </a:cubicBezTo>
                  <a:cubicBezTo>
                    <a:pt x="536" y="549"/>
                    <a:pt x="543" y="539"/>
                    <a:pt x="549" y="529"/>
                  </a:cubicBezTo>
                  <a:cubicBezTo>
                    <a:pt x="556" y="514"/>
                    <a:pt x="570" y="504"/>
                    <a:pt x="573" y="486"/>
                  </a:cubicBezTo>
                  <a:cubicBezTo>
                    <a:pt x="575" y="473"/>
                    <a:pt x="582" y="460"/>
                    <a:pt x="590" y="449"/>
                  </a:cubicBezTo>
                  <a:cubicBezTo>
                    <a:pt x="602" y="433"/>
                    <a:pt x="617" y="419"/>
                    <a:pt x="631" y="405"/>
                  </a:cubicBezTo>
                  <a:cubicBezTo>
                    <a:pt x="634" y="403"/>
                    <a:pt x="639" y="401"/>
                    <a:pt x="643" y="401"/>
                  </a:cubicBezTo>
                  <a:cubicBezTo>
                    <a:pt x="644" y="401"/>
                    <a:pt x="645" y="401"/>
                    <a:pt x="646" y="401"/>
                  </a:cubicBezTo>
                  <a:cubicBezTo>
                    <a:pt x="650" y="403"/>
                    <a:pt x="657" y="411"/>
                    <a:pt x="656" y="413"/>
                  </a:cubicBezTo>
                  <a:cubicBezTo>
                    <a:pt x="652" y="424"/>
                    <a:pt x="646" y="434"/>
                    <a:pt x="641" y="445"/>
                  </a:cubicBezTo>
                  <a:cubicBezTo>
                    <a:pt x="628" y="469"/>
                    <a:pt x="620" y="494"/>
                    <a:pt x="625" y="522"/>
                  </a:cubicBezTo>
                  <a:cubicBezTo>
                    <a:pt x="630" y="547"/>
                    <a:pt x="645" y="560"/>
                    <a:pt x="670" y="560"/>
                  </a:cubicBezTo>
                  <a:cubicBezTo>
                    <a:pt x="670" y="560"/>
                    <a:pt x="671" y="560"/>
                    <a:pt x="671" y="560"/>
                  </a:cubicBezTo>
                  <a:cubicBezTo>
                    <a:pt x="682" y="560"/>
                    <a:pt x="692" y="558"/>
                    <a:pt x="702" y="557"/>
                  </a:cubicBezTo>
                  <a:cubicBezTo>
                    <a:pt x="702" y="566"/>
                    <a:pt x="704" y="574"/>
                    <a:pt x="702" y="581"/>
                  </a:cubicBezTo>
                  <a:cubicBezTo>
                    <a:pt x="697" y="592"/>
                    <a:pt x="688" y="602"/>
                    <a:pt x="682" y="613"/>
                  </a:cubicBezTo>
                  <a:cubicBezTo>
                    <a:pt x="671" y="634"/>
                    <a:pt x="650" y="645"/>
                    <a:pt x="632" y="658"/>
                  </a:cubicBezTo>
                  <a:cubicBezTo>
                    <a:pt x="609" y="674"/>
                    <a:pt x="587" y="693"/>
                    <a:pt x="562" y="707"/>
                  </a:cubicBezTo>
                  <a:cubicBezTo>
                    <a:pt x="541" y="720"/>
                    <a:pt x="525" y="742"/>
                    <a:pt x="508" y="760"/>
                  </a:cubicBezTo>
                  <a:cubicBezTo>
                    <a:pt x="503" y="765"/>
                    <a:pt x="501" y="771"/>
                    <a:pt x="498" y="776"/>
                  </a:cubicBezTo>
                  <a:cubicBezTo>
                    <a:pt x="497" y="781"/>
                    <a:pt x="496" y="786"/>
                    <a:pt x="495" y="791"/>
                  </a:cubicBezTo>
                  <a:cubicBezTo>
                    <a:pt x="494" y="797"/>
                    <a:pt x="495" y="804"/>
                    <a:pt x="493" y="809"/>
                  </a:cubicBezTo>
                  <a:cubicBezTo>
                    <a:pt x="489" y="820"/>
                    <a:pt x="490" y="844"/>
                    <a:pt x="498" y="848"/>
                  </a:cubicBezTo>
                  <a:cubicBezTo>
                    <a:pt x="507" y="853"/>
                    <a:pt x="516" y="859"/>
                    <a:pt x="526" y="859"/>
                  </a:cubicBezTo>
                  <a:cubicBezTo>
                    <a:pt x="532" y="859"/>
                    <a:pt x="537" y="858"/>
                    <a:pt x="543" y="854"/>
                  </a:cubicBezTo>
                  <a:cubicBezTo>
                    <a:pt x="544" y="853"/>
                    <a:pt x="545" y="853"/>
                    <a:pt x="547" y="853"/>
                  </a:cubicBezTo>
                  <a:cubicBezTo>
                    <a:pt x="548" y="853"/>
                    <a:pt x="549" y="853"/>
                    <a:pt x="549" y="853"/>
                  </a:cubicBezTo>
                  <a:cubicBezTo>
                    <a:pt x="552" y="855"/>
                    <a:pt x="554" y="855"/>
                    <a:pt x="557" y="855"/>
                  </a:cubicBezTo>
                  <a:cubicBezTo>
                    <a:pt x="562" y="855"/>
                    <a:pt x="567" y="852"/>
                    <a:pt x="572" y="849"/>
                  </a:cubicBezTo>
                  <a:cubicBezTo>
                    <a:pt x="605" y="828"/>
                    <a:pt x="638" y="808"/>
                    <a:pt x="671" y="787"/>
                  </a:cubicBezTo>
                  <a:cubicBezTo>
                    <a:pt x="689" y="775"/>
                    <a:pt x="706" y="764"/>
                    <a:pt x="723" y="752"/>
                  </a:cubicBezTo>
                  <a:cubicBezTo>
                    <a:pt x="741" y="739"/>
                    <a:pt x="758" y="725"/>
                    <a:pt x="776" y="713"/>
                  </a:cubicBezTo>
                  <a:cubicBezTo>
                    <a:pt x="790" y="704"/>
                    <a:pt x="806" y="697"/>
                    <a:pt x="821" y="690"/>
                  </a:cubicBezTo>
                  <a:cubicBezTo>
                    <a:pt x="823" y="688"/>
                    <a:pt x="825" y="688"/>
                    <a:pt x="828" y="687"/>
                  </a:cubicBezTo>
                  <a:cubicBezTo>
                    <a:pt x="833" y="683"/>
                    <a:pt x="838" y="681"/>
                    <a:pt x="842" y="681"/>
                  </a:cubicBezTo>
                  <a:cubicBezTo>
                    <a:pt x="851" y="681"/>
                    <a:pt x="855" y="690"/>
                    <a:pt x="855" y="703"/>
                  </a:cubicBezTo>
                  <a:cubicBezTo>
                    <a:pt x="856" y="724"/>
                    <a:pt x="855" y="746"/>
                    <a:pt x="857" y="768"/>
                  </a:cubicBezTo>
                  <a:cubicBezTo>
                    <a:pt x="860" y="795"/>
                    <a:pt x="876" y="957"/>
                    <a:pt x="884" y="987"/>
                  </a:cubicBezTo>
                  <a:cubicBezTo>
                    <a:pt x="889" y="1005"/>
                    <a:pt x="886" y="1024"/>
                    <a:pt x="889" y="1043"/>
                  </a:cubicBezTo>
                  <a:cubicBezTo>
                    <a:pt x="893" y="1078"/>
                    <a:pt x="892" y="1113"/>
                    <a:pt x="896" y="1148"/>
                  </a:cubicBezTo>
                  <a:cubicBezTo>
                    <a:pt x="899" y="1170"/>
                    <a:pt x="898" y="1194"/>
                    <a:pt x="902" y="1215"/>
                  </a:cubicBezTo>
                  <a:cubicBezTo>
                    <a:pt x="908" y="1241"/>
                    <a:pt x="902" y="1266"/>
                    <a:pt x="910" y="1292"/>
                  </a:cubicBezTo>
                  <a:cubicBezTo>
                    <a:pt x="917" y="1316"/>
                    <a:pt x="915" y="1342"/>
                    <a:pt x="916" y="1367"/>
                  </a:cubicBezTo>
                  <a:cubicBezTo>
                    <a:pt x="917" y="1382"/>
                    <a:pt x="920" y="1396"/>
                    <a:pt x="931" y="1406"/>
                  </a:cubicBezTo>
                  <a:cubicBezTo>
                    <a:pt x="935" y="1409"/>
                    <a:pt x="937" y="1411"/>
                    <a:pt x="940" y="1411"/>
                  </a:cubicBezTo>
                  <a:cubicBezTo>
                    <a:pt x="943" y="1411"/>
                    <a:pt x="946" y="1408"/>
                    <a:pt x="948" y="1402"/>
                  </a:cubicBezTo>
                  <a:cubicBezTo>
                    <a:pt x="951" y="1393"/>
                    <a:pt x="953" y="1381"/>
                    <a:pt x="959" y="1374"/>
                  </a:cubicBezTo>
                  <a:cubicBezTo>
                    <a:pt x="972" y="1361"/>
                    <a:pt x="981" y="1346"/>
                    <a:pt x="985" y="1328"/>
                  </a:cubicBezTo>
                  <a:cubicBezTo>
                    <a:pt x="989" y="1305"/>
                    <a:pt x="1000" y="1285"/>
                    <a:pt x="1009" y="1263"/>
                  </a:cubicBezTo>
                  <a:cubicBezTo>
                    <a:pt x="1014" y="1251"/>
                    <a:pt x="1017" y="1238"/>
                    <a:pt x="1018" y="1225"/>
                  </a:cubicBezTo>
                  <a:cubicBezTo>
                    <a:pt x="1019" y="1203"/>
                    <a:pt x="1013" y="1181"/>
                    <a:pt x="1017" y="1159"/>
                  </a:cubicBezTo>
                  <a:cubicBezTo>
                    <a:pt x="1021" y="1137"/>
                    <a:pt x="1018" y="1116"/>
                    <a:pt x="1019" y="1094"/>
                  </a:cubicBezTo>
                  <a:cubicBezTo>
                    <a:pt x="1019" y="1087"/>
                    <a:pt x="1022" y="1080"/>
                    <a:pt x="1021" y="1074"/>
                  </a:cubicBezTo>
                  <a:cubicBezTo>
                    <a:pt x="1019" y="1059"/>
                    <a:pt x="1017" y="1046"/>
                    <a:pt x="1021" y="1031"/>
                  </a:cubicBezTo>
                  <a:cubicBezTo>
                    <a:pt x="1023" y="1025"/>
                    <a:pt x="1021" y="1018"/>
                    <a:pt x="1020" y="1012"/>
                  </a:cubicBezTo>
                  <a:cubicBezTo>
                    <a:pt x="1019" y="999"/>
                    <a:pt x="1018" y="986"/>
                    <a:pt x="1017" y="973"/>
                  </a:cubicBezTo>
                  <a:cubicBezTo>
                    <a:pt x="1016" y="962"/>
                    <a:pt x="1014" y="950"/>
                    <a:pt x="1013" y="939"/>
                  </a:cubicBezTo>
                  <a:cubicBezTo>
                    <a:pt x="1013" y="933"/>
                    <a:pt x="1011" y="927"/>
                    <a:pt x="1011" y="921"/>
                  </a:cubicBezTo>
                  <a:cubicBezTo>
                    <a:pt x="1011" y="898"/>
                    <a:pt x="1012" y="875"/>
                    <a:pt x="1011" y="852"/>
                  </a:cubicBezTo>
                  <a:cubicBezTo>
                    <a:pt x="1011" y="836"/>
                    <a:pt x="1008" y="820"/>
                    <a:pt x="1007" y="804"/>
                  </a:cubicBezTo>
                  <a:cubicBezTo>
                    <a:pt x="1006" y="796"/>
                    <a:pt x="1007" y="787"/>
                    <a:pt x="1007" y="779"/>
                  </a:cubicBezTo>
                  <a:cubicBezTo>
                    <a:pt x="1007" y="773"/>
                    <a:pt x="1006" y="718"/>
                    <a:pt x="1006" y="695"/>
                  </a:cubicBezTo>
                  <a:cubicBezTo>
                    <a:pt x="1006" y="692"/>
                    <a:pt x="1006" y="690"/>
                    <a:pt x="1005" y="688"/>
                  </a:cubicBezTo>
                  <a:cubicBezTo>
                    <a:pt x="1005" y="692"/>
                    <a:pt x="1005" y="693"/>
                    <a:pt x="1005" y="693"/>
                  </a:cubicBezTo>
                  <a:cubicBezTo>
                    <a:pt x="1005" y="693"/>
                    <a:pt x="1005" y="691"/>
                    <a:pt x="1005" y="690"/>
                  </a:cubicBezTo>
                  <a:cubicBezTo>
                    <a:pt x="1005" y="688"/>
                    <a:pt x="1005" y="687"/>
                    <a:pt x="1005" y="687"/>
                  </a:cubicBezTo>
                  <a:cubicBezTo>
                    <a:pt x="1005" y="687"/>
                    <a:pt x="1005" y="687"/>
                    <a:pt x="1005" y="688"/>
                  </a:cubicBezTo>
                  <a:cubicBezTo>
                    <a:pt x="1006" y="687"/>
                    <a:pt x="1006" y="686"/>
                    <a:pt x="1006" y="684"/>
                  </a:cubicBezTo>
                  <a:cubicBezTo>
                    <a:pt x="1006" y="680"/>
                    <a:pt x="1008" y="675"/>
                    <a:pt x="1008" y="671"/>
                  </a:cubicBezTo>
                  <a:cubicBezTo>
                    <a:pt x="1007" y="654"/>
                    <a:pt x="1007" y="638"/>
                    <a:pt x="1006" y="622"/>
                  </a:cubicBezTo>
                  <a:cubicBezTo>
                    <a:pt x="1005" y="610"/>
                    <a:pt x="1010" y="604"/>
                    <a:pt x="1022" y="603"/>
                  </a:cubicBezTo>
                  <a:cubicBezTo>
                    <a:pt x="1044" y="599"/>
                    <a:pt x="1067" y="596"/>
                    <a:pt x="1089" y="592"/>
                  </a:cubicBezTo>
                  <a:cubicBezTo>
                    <a:pt x="1106" y="589"/>
                    <a:pt x="1123" y="587"/>
                    <a:pt x="1139" y="580"/>
                  </a:cubicBezTo>
                  <a:cubicBezTo>
                    <a:pt x="1159" y="571"/>
                    <a:pt x="1178" y="559"/>
                    <a:pt x="1196" y="547"/>
                  </a:cubicBezTo>
                  <a:cubicBezTo>
                    <a:pt x="1221" y="529"/>
                    <a:pt x="1226" y="518"/>
                    <a:pt x="1212" y="490"/>
                  </a:cubicBezTo>
                  <a:cubicBezTo>
                    <a:pt x="1206" y="476"/>
                    <a:pt x="1195" y="467"/>
                    <a:pt x="1179" y="461"/>
                  </a:cubicBezTo>
                  <a:cubicBezTo>
                    <a:pt x="1166" y="456"/>
                    <a:pt x="1153" y="450"/>
                    <a:pt x="1139" y="450"/>
                  </a:cubicBezTo>
                  <a:cubicBezTo>
                    <a:pt x="1134" y="450"/>
                    <a:pt x="1128" y="451"/>
                    <a:pt x="1123" y="453"/>
                  </a:cubicBezTo>
                  <a:cubicBezTo>
                    <a:pt x="1122" y="453"/>
                    <a:pt x="1121" y="454"/>
                    <a:pt x="1120" y="454"/>
                  </a:cubicBezTo>
                  <a:cubicBezTo>
                    <a:pt x="1119" y="454"/>
                    <a:pt x="1119" y="454"/>
                    <a:pt x="1119" y="453"/>
                  </a:cubicBezTo>
                  <a:cubicBezTo>
                    <a:pt x="1118" y="453"/>
                    <a:pt x="1118" y="453"/>
                    <a:pt x="1117" y="453"/>
                  </a:cubicBezTo>
                  <a:cubicBezTo>
                    <a:pt x="1117" y="453"/>
                    <a:pt x="1116" y="453"/>
                    <a:pt x="1116" y="454"/>
                  </a:cubicBezTo>
                  <a:cubicBezTo>
                    <a:pt x="1095" y="456"/>
                    <a:pt x="1075" y="459"/>
                    <a:pt x="1055" y="461"/>
                  </a:cubicBezTo>
                  <a:cubicBezTo>
                    <a:pt x="1054" y="461"/>
                    <a:pt x="1054" y="462"/>
                    <a:pt x="1054" y="462"/>
                  </a:cubicBezTo>
                  <a:cubicBezTo>
                    <a:pt x="1041" y="466"/>
                    <a:pt x="1028" y="470"/>
                    <a:pt x="1015" y="474"/>
                  </a:cubicBezTo>
                  <a:cubicBezTo>
                    <a:pt x="1008" y="476"/>
                    <a:pt x="1000" y="478"/>
                    <a:pt x="990" y="481"/>
                  </a:cubicBezTo>
                  <a:cubicBezTo>
                    <a:pt x="983" y="473"/>
                    <a:pt x="988" y="460"/>
                    <a:pt x="988" y="449"/>
                  </a:cubicBezTo>
                  <a:cubicBezTo>
                    <a:pt x="988" y="428"/>
                    <a:pt x="991" y="408"/>
                    <a:pt x="989" y="387"/>
                  </a:cubicBezTo>
                  <a:cubicBezTo>
                    <a:pt x="987" y="355"/>
                    <a:pt x="986" y="323"/>
                    <a:pt x="993" y="291"/>
                  </a:cubicBezTo>
                  <a:cubicBezTo>
                    <a:pt x="994" y="286"/>
                    <a:pt x="995" y="281"/>
                    <a:pt x="995" y="276"/>
                  </a:cubicBezTo>
                  <a:cubicBezTo>
                    <a:pt x="995" y="248"/>
                    <a:pt x="994" y="221"/>
                    <a:pt x="994" y="193"/>
                  </a:cubicBezTo>
                  <a:cubicBezTo>
                    <a:pt x="994" y="175"/>
                    <a:pt x="994" y="158"/>
                    <a:pt x="995" y="141"/>
                  </a:cubicBezTo>
                  <a:cubicBezTo>
                    <a:pt x="995" y="125"/>
                    <a:pt x="997" y="109"/>
                    <a:pt x="997" y="94"/>
                  </a:cubicBezTo>
                  <a:cubicBezTo>
                    <a:pt x="997" y="70"/>
                    <a:pt x="1007" y="43"/>
                    <a:pt x="975" y="30"/>
                  </a:cubicBezTo>
                  <a:cubicBezTo>
                    <a:pt x="974" y="30"/>
                    <a:pt x="973" y="29"/>
                    <a:pt x="973" y="29"/>
                  </a:cubicBezTo>
                  <a:cubicBezTo>
                    <a:pt x="956" y="9"/>
                    <a:pt x="934" y="0"/>
                    <a:pt x="911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7" name="Freeform 276"/>
            <p:cNvSpPr/>
            <p:nvPr/>
          </p:nvSpPr>
          <p:spPr bwMode="auto">
            <a:xfrm>
              <a:off x="2801665" y="1569274"/>
              <a:ext cx="137860" cy="93126"/>
            </a:xfrm>
            <a:custGeom>
              <a:avLst/>
              <a:gdLst>
                <a:gd name="T0" fmla="*/ 183 w 379"/>
                <a:gd name="T1" fmla="*/ 0 h 255"/>
                <a:gd name="T2" fmla="*/ 172 w 379"/>
                <a:gd name="T3" fmla="*/ 9 h 255"/>
                <a:gd name="T4" fmla="*/ 159 w 379"/>
                <a:gd name="T5" fmla="*/ 25 h 255"/>
                <a:gd name="T6" fmla="*/ 142 w 379"/>
                <a:gd name="T7" fmla="*/ 42 h 255"/>
                <a:gd name="T8" fmla="*/ 92 w 379"/>
                <a:gd name="T9" fmla="*/ 94 h 255"/>
                <a:gd name="T10" fmla="*/ 48 w 379"/>
                <a:gd name="T11" fmla="*/ 142 h 255"/>
                <a:gd name="T12" fmla="*/ 20 w 379"/>
                <a:gd name="T13" fmla="*/ 186 h 255"/>
                <a:gd name="T14" fmla="*/ 12 w 379"/>
                <a:gd name="T15" fmla="*/ 199 h 255"/>
                <a:gd name="T16" fmla="*/ 1 w 379"/>
                <a:gd name="T17" fmla="*/ 236 h 255"/>
                <a:gd name="T18" fmla="*/ 3 w 379"/>
                <a:gd name="T19" fmla="*/ 252 h 255"/>
                <a:gd name="T20" fmla="*/ 14 w 379"/>
                <a:gd name="T21" fmla="*/ 255 h 255"/>
                <a:gd name="T22" fmla="*/ 18 w 379"/>
                <a:gd name="T23" fmla="*/ 255 h 255"/>
                <a:gd name="T24" fmla="*/ 57 w 379"/>
                <a:gd name="T25" fmla="*/ 246 h 255"/>
                <a:gd name="T26" fmla="*/ 60 w 379"/>
                <a:gd name="T27" fmla="*/ 246 h 255"/>
                <a:gd name="T28" fmla="*/ 64 w 379"/>
                <a:gd name="T29" fmla="*/ 246 h 255"/>
                <a:gd name="T30" fmla="*/ 69 w 379"/>
                <a:gd name="T31" fmla="*/ 247 h 255"/>
                <a:gd name="T32" fmla="*/ 72 w 379"/>
                <a:gd name="T33" fmla="*/ 246 h 255"/>
                <a:gd name="T34" fmla="*/ 102 w 379"/>
                <a:gd name="T35" fmla="*/ 244 h 255"/>
                <a:gd name="T36" fmla="*/ 139 w 379"/>
                <a:gd name="T37" fmla="*/ 250 h 255"/>
                <a:gd name="T38" fmla="*/ 152 w 379"/>
                <a:gd name="T39" fmla="*/ 253 h 255"/>
                <a:gd name="T40" fmla="*/ 167 w 379"/>
                <a:gd name="T41" fmla="*/ 250 h 255"/>
                <a:gd name="T42" fmla="*/ 181 w 379"/>
                <a:gd name="T43" fmla="*/ 245 h 255"/>
                <a:gd name="T44" fmla="*/ 277 w 379"/>
                <a:gd name="T45" fmla="*/ 217 h 255"/>
                <a:gd name="T46" fmla="*/ 358 w 379"/>
                <a:gd name="T47" fmla="*/ 162 h 255"/>
                <a:gd name="T48" fmla="*/ 344 w 379"/>
                <a:gd name="T49" fmla="*/ 103 h 255"/>
                <a:gd name="T50" fmla="*/ 322 w 379"/>
                <a:gd name="T51" fmla="*/ 92 h 255"/>
                <a:gd name="T52" fmla="*/ 287 w 379"/>
                <a:gd name="T53" fmla="*/ 69 h 255"/>
                <a:gd name="T54" fmla="*/ 261 w 379"/>
                <a:gd name="T55" fmla="*/ 46 h 255"/>
                <a:gd name="T56" fmla="*/ 217 w 379"/>
                <a:gd name="T57" fmla="*/ 20 h 255"/>
                <a:gd name="T58" fmla="*/ 183 w 379"/>
                <a:gd name="T59" fmla="*/ 0 h 2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379" h="255">
                  <a:moveTo>
                    <a:pt x="183" y="0"/>
                  </a:moveTo>
                  <a:cubicBezTo>
                    <a:pt x="178" y="4"/>
                    <a:pt x="175" y="6"/>
                    <a:pt x="172" y="9"/>
                  </a:cubicBezTo>
                  <a:cubicBezTo>
                    <a:pt x="167" y="14"/>
                    <a:pt x="164" y="20"/>
                    <a:pt x="159" y="25"/>
                  </a:cubicBezTo>
                  <a:cubicBezTo>
                    <a:pt x="154" y="31"/>
                    <a:pt x="148" y="36"/>
                    <a:pt x="142" y="42"/>
                  </a:cubicBezTo>
                  <a:cubicBezTo>
                    <a:pt x="126" y="59"/>
                    <a:pt x="110" y="78"/>
                    <a:pt x="92" y="94"/>
                  </a:cubicBezTo>
                  <a:cubicBezTo>
                    <a:pt x="76" y="108"/>
                    <a:pt x="60" y="124"/>
                    <a:pt x="48" y="142"/>
                  </a:cubicBezTo>
                  <a:cubicBezTo>
                    <a:pt x="37" y="156"/>
                    <a:pt x="27" y="170"/>
                    <a:pt x="20" y="186"/>
                  </a:cubicBezTo>
                  <a:cubicBezTo>
                    <a:pt x="18" y="190"/>
                    <a:pt x="14" y="194"/>
                    <a:pt x="12" y="199"/>
                  </a:cubicBezTo>
                  <a:cubicBezTo>
                    <a:pt x="8" y="211"/>
                    <a:pt x="4" y="223"/>
                    <a:pt x="1" y="236"/>
                  </a:cubicBezTo>
                  <a:cubicBezTo>
                    <a:pt x="0" y="241"/>
                    <a:pt x="0" y="248"/>
                    <a:pt x="3" y="252"/>
                  </a:cubicBezTo>
                  <a:cubicBezTo>
                    <a:pt x="5" y="254"/>
                    <a:pt x="9" y="255"/>
                    <a:pt x="14" y="255"/>
                  </a:cubicBezTo>
                  <a:cubicBezTo>
                    <a:pt x="15" y="255"/>
                    <a:pt x="17" y="255"/>
                    <a:pt x="18" y="255"/>
                  </a:cubicBezTo>
                  <a:cubicBezTo>
                    <a:pt x="31" y="253"/>
                    <a:pt x="44" y="249"/>
                    <a:pt x="57" y="246"/>
                  </a:cubicBezTo>
                  <a:cubicBezTo>
                    <a:pt x="58" y="246"/>
                    <a:pt x="59" y="246"/>
                    <a:pt x="60" y="246"/>
                  </a:cubicBezTo>
                  <a:cubicBezTo>
                    <a:pt x="62" y="246"/>
                    <a:pt x="63" y="246"/>
                    <a:pt x="64" y="246"/>
                  </a:cubicBezTo>
                  <a:cubicBezTo>
                    <a:pt x="66" y="246"/>
                    <a:pt x="67" y="247"/>
                    <a:pt x="69" y="247"/>
                  </a:cubicBezTo>
                  <a:cubicBezTo>
                    <a:pt x="70" y="247"/>
                    <a:pt x="71" y="247"/>
                    <a:pt x="72" y="246"/>
                  </a:cubicBezTo>
                  <a:cubicBezTo>
                    <a:pt x="82" y="245"/>
                    <a:pt x="92" y="244"/>
                    <a:pt x="102" y="244"/>
                  </a:cubicBezTo>
                  <a:cubicBezTo>
                    <a:pt x="115" y="244"/>
                    <a:pt x="127" y="246"/>
                    <a:pt x="139" y="250"/>
                  </a:cubicBezTo>
                  <a:cubicBezTo>
                    <a:pt x="144" y="252"/>
                    <a:pt x="148" y="253"/>
                    <a:pt x="152" y="253"/>
                  </a:cubicBezTo>
                  <a:cubicBezTo>
                    <a:pt x="157" y="253"/>
                    <a:pt x="162" y="252"/>
                    <a:pt x="167" y="250"/>
                  </a:cubicBezTo>
                  <a:cubicBezTo>
                    <a:pt x="171" y="248"/>
                    <a:pt x="176" y="246"/>
                    <a:pt x="181" y="245"/>
                  </a:cubicBezTo>
                  <a:cubicBezTo>
                    <a:pt x="214" y="240"/>
                    <a:pt x="246" y="230"/>
                    <a:pt x="277" y="217"/>
                  </a:cubicBezTo>
                  <a:cubicBezTo>
                    <a:pt x="308" y="203"/>
                    <a:pt x="337" y="190"/>
                    <a:pt x="358" y="162"/>
                  </a:cubicBezTo>
                  <a:cubicBezTo>
                    <a:pt x="379" y="134"/>
                    <a:pt x="368" y="118"/>
                    <a:pt x="344" y="103"/>
                  </a:cubicBezTo>
                  <a:cubicBezTo>
                    <a:pt x="337" y="99"/>
                    <a:pt x="329" y="96"/>
                    <a:pt x="322" y="92"/>
                  </a:cubicBezTo>
                  <a:cubicBezTo>
                    <a:pt x="310" y="85"/>
                    <a:pt x="299" y="77"/>
                    <a:pt x="287" y="69"/>
                  </a:cubicBezTo>
                  <a:cubicBezTo>
                    <a:pt x="278" y="62"/>
                    <a:pt x="270" y="52"/>
                    <a:pt x="261" y="46"/>
                  </a:cubicBezTo>
                  <a:cubicBezTo>
                    <a:pt x="247" y="36"/>
                    <a:pt x="232" y="28"/>
                    <a:pt x="217" y="20"/>
                  </a:cubicBezTo>
                  <a:cubicBezTo>
                    <a:pt x="206" y="13"/>
                    <a:pt x="195" y="7"/>
                    <a:pt x="18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58" name="Freeform 277"/>
            <p:cNvSpPr/>
            <p:nvPr/>
          </p:nvSpPr>
          <p:spPr bwMode="auto">
            <a:xfrm>
              <a:off x="2122129" y="1692494"/>
              <a:ext cx="190725" cy="290765"/>
            </a:xfrm>
            <a:custGeom>
              <a:avLst/>
              <a:gdLst>
                <a:gd name="T0" fmla="*/ 372 w 523"/>
                <a:gd name="T1" fmla="*/ 1 h 796"/>
                <a:gd name="T2" fmla="*/ 241 w 523"/>
                <a:gd name="T3" fmla="*/ 27 h 796"/>
                <a:gd name="T4" fmla="*/ 154 w 523"/>
                <a:gd name="T5" fmla="*/ 83 h 796"/>
                <a:gd name="T6" fmla="*/ 109 w 523"/>
                <a:gd name="T7" fmla="*/ 147 h 796"/>
                <a:gd name="T8" fmla="*/ 94 w 523"/>
                <a:gd name="T9" fmla="*/ 162 h 796"/>
                <a:gd name="T10" fmla="*/ 73 w 523"/>
                <a:gd name="T11" fmla="*/ 137 h 796"/>
                <a:gd name="T12" fmla="*/ 35 w 523"/>
                <a:gd name="T13" fmla="*/ 79 h 796"/>
                <a:gd name="T14" fmla="*/ 16 w 523"/>
                <a:gd name="T15" fmla="*/ 122 h 796"/>
                <a:gd name="T16" fmla="*/ 4 w 523"/>
                <a:gd name="T17" fmla="*/ 185 h 796"/>
                <a:gd name="T18" fmla="*/ 5 w 523"/>
                <a:gd name="T19" fmla="*/ 249 h 796"/>
                <a:gd name="T20" fmla="*/ 11 w 523"/>
                <a:gd name="T21" fmla="*/ 321 h 796"/>
                <a:gd name="T22" fmla="*/ 50 w 523"/>
                <a:gd name="T23" fmla="*/ 396 h 796"/>
                <a:gd name="T24" fmla="*/ 93 w 523"/>
                <a:gd name="T25" fmla="*/ 405 h 796"/>
                <a:gd name="T26" fmla="*/ 130 w 523"/>
                <a:gd name="T27" fmla="*/ 373 h 796"/>
                <a:gd name="T28" fmla="*/ 132 w 523"/>
                <a:gd name="T29" fmla="*/ 293 h 796"/>
                <a:gd name="T30" fmla="*/ 146 w 523"/>
                <a:gd name="T31" fmla="*/ 194 h 796"/>
                <a:gd name="T32" fmla="*/ 153 w 523"/>
                <a:gd name="T33" fmla="*/ 169 h 796"/>
                <a:gd name="T34" fmla="*/ 256 w 523"/>
                <a:gd name="T35" fmla="*/ 106 h 796"/>
                <a:gd name="T36" fmla="*/ 328 w 523"/>
                <a:gd name="T37" fmla="*/ 88 h 796"/>
                <a:gd name="T38" fmla="*/ 339 w 523"/>
                <a:gd name="T39" fmla="*/ 93 h 796"/>
                <a:gd name="T40" fmla="*/ 319 w 523"/>
                <a:gd name="T41" fmla="*/ 110 h 796"/>
                <a:gd name="T42" fmla="*/ 277 w 523"/>
                <a:gd name="T43" fmla="*/ 152 h 796"/>
                <a:gd name="T44" fmla="*/ 265 w 523"/>
                <a:gd name="T45" fmla="*/ 154 h 796"/>
                <a:gd name="T46" fmla="*/ 231 w 523"/>
                <a:gd name="T47" fmla="*/ 182 h 796"/>
                <a:gd name="T48" fmla="*/ 154 w 523"/>
                <a:gd name="T49" fmla="*/ 298 h 796"/>
                <a:gd name="T50" fmla="*/ 219 w 523"/>
                <a:gd name="T51" fmla="*/ 341 h 796"/>
                <a:gd name="T52" fmla="*/ 229 w 523"/>
                <a:gd name="T53" fmla="*/ 382 h 796"/>
                <a:gd name="T54" fmla="*/ 222 w 523"/>
                <a:gd name="T55" fmla="*/ 442 h 796"/>
                <a:gd name="T56" fmla="*/ 213 w 523"/>
                <a:gd name="T57" fmla="*/ 540 h 796"/>
                <a:gd name="T58" fmla="*/ 203 w 523"/>
                <a:gd name="T59" fmla="*/ 610 h 796"/>
                <a:gd name="T60" fmla="*/ 201 w 523"/>
                <a:gd name="T61" fmla="*/ 652 h 796"/>
                <a:gd name="T62" fmla="*/ 190 w 523"/>
                <a:gd name="T63" fmla="*/ 652 h 796"/>
                <a:gd name="T64" fmla="*/ 132 w 523"/>
                <a:gd name="T65" fmla="*/ 615 h 796"/>
                <a:gd name="T66" fmla="*/ 87 w 523"/>
                <a:gd name="T67" fmla="*/ 593 h 796"/>
                <a:gd name="T68" fmla="*/ 68 w 523"/>
                <a:gd name="T69" fmla="*/ 587 h 796"/>
                <a:gd name="T70" fmla="*/ 78 w 523"/>
                <a:gd name="T71" fmla="*/ 634 h 796"/>
                <a:gd name="T72" fmla="*/ 159 w 523"/>
                <a:gd name="T73" fmla="*/ 712 h 796"/>
                <a:gd name="T74" fmla="*/ 225 w 523"/>
                <a:gd name="T75" fmla="*/ 776 h 796"/>
                <a:gd name="T76" fmla="*/ 246 w 523"/>
                <a:gd name="T77" fmla="*/ 793 h 796"/>
                <a:gd name="T78" fmla="*/ 278 w 523"/>
                <a:gd name="T79" fmla="*/ 795 h 796"/>
                <a:gd name="T80" fmla="*/ 298 w 523"/>
                <a:gd name="T81" fmla="*/ 776 h 796"/>
                <a:gd name="T82" fmla="*/ 304 w 523"/>
                <a:gd name="T83" fmla="*/ 777 h 796"/>
                <a:gd name="T84" fmla="*/ 322 w 523"/>
                <a:gd name="T85" fmla="*/ 765 h 796"/>
                <a:gd name="T86" fmla="*/ 346 w 523"/>
                <a:gd name="T87" fmla="*/ 716 h 796"/>
                <a:gd name="T88" fmla="*/ 343 w 523"/>
                <a:gd name="T89" fmla="*/ 660 h 796"/>
                <a:gd name="T90" fmla="*/ 337 w 523"/>
                <a:gd name="T91" fmla="*/ 576 h 796"/>
                <a:gd name="T92" fmla="*/ 313 w 523"/>
                <a:gd name="T93" fmla="*/ 461 h 796"/>
                <a:gd name="T94" fmla="*/ 317 w 523"/>
                <a:gd name="T95" fmla="*/ 376 h 796"/>
                <a:gd name="T96" fmla="*/ 336 w 523"/>
                <a:gd name="T97" fmla="*/ 302 h 796"/>
                <a:gd name="T98" fmla="*/ 376 w 523"/>
                <a:gd name="T99" fmla="*/ 233 h 796"/>
                <a:gd name="T100" fmla="*/ 391 w 523"/>
                <a:gd name="T101" fmla="*/ 207 h 796"/>
                <a:gd name="T102" fmla="*/ 467 w 523"/>
                <a:gd name="T103" fmla="*/ 135 h 796"/>
                <a:gd name="T104" fmla="*/ 507 w 523"/>
                <a:gd name="T105" fmla="*/ 95 h 796"/>
                <a:gd name="T106" fmla="*/ 473 w 523"/>
                <a:gd name="T107" fmla="*/ 9 h 796"/>
                <a:gd name="T108" fmla="*/ 392 w 523"/>
                <a:gd name="T109" fmla="*/ 0 h 79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23" h="796">
                  <a:moveTo>
                    <a:pt x="392" y="0"/>
                  </a:moveTo>
                  <a:cubicBezTo>
                    <a:pt x="385" y="0"/>
                    <a:pt x="378" y="0"/>
                    <a:pt x="372" y="1"/>
                  </a:cubicBezTo>
                  <a:cubicBezTo>
                    <a:pt x="351" y="1"/>
                    <a:pt x="330" y="4"/>
                    <a:pt x="310" y="9"/>
                  </a:cubicBezTo>
                  <a:cubicBezTo>
                    <a:pt x="287" y="14"/>
                    <a:pt x="262" y="15"/>
                    <a:pt x="241" y="27"/>
                  </a:cubicBezTo>
                  <a:cubicBezTo>
                    <a:pt x="227" y="34"/>
                    <a:pt x="212" y="40"/>
                    <a:pt x="198" y="48"/>
                  </a:cubicBezTo>
                  <a:cubicBezTo>
                    <a:pt x="183" y="58"/>
                    <a:pt x="166" y="68"/>
                    <a:pt x="154" y="83"/>
                  </a:cubicBezTo>
                  <a:cubicBezTo>
                    <a:pt x="149" y="90"/>
                    <a:pt x="142" y="96"/>
                    <a:pt x="137" y="103"/>
                  </a:cubicBezTo>
                  <a:cubicBezTo>
                    <a:pt x="127" y="117"/>
                    <a:pt x="113" y="129"/>
                    <a:pt x="109" y="147"/>
                  </a:cubicBezTo>
                  <a:cubicBezTo>
                    <a:pt x="108" y="152"/>
                    <a:pt x="105" y="157"/>
                    <a:pt x="101" y="160"/>
                  </a:cubicBezTo>
                  <a:cubicBezTo>
                    <a:pt x="100" y="161"/>
                    <a:pt x="97" y="162"/>
                    <a:pt x="94" y="162"/>
                  </a:cubicBezTo>
                  <a:cubicBezTo>
                    <a:pt x="92" y="162"/>
                    <a:pt x="91" y="162"/>
                    <a:pt x="90" y="161"/>
                  </a:cubicBezTo>
                  <a:cubicBezTo>
                    <a:pt x="84" y="153"/>
                    <a:pt x="78" y="145"/>
                    <a:pt x="73" y="137"/>
                  </a:cubicBezTo>
                  <a:cubicBezTo>
                    <a:pt x="62" y="119"/>
                    <a:pt x="52" y="102"/>
                    <a:pt x="41" y="84"/>
                  </a:cubicBezTo>
                  <a:cubicBezTo>
                    <a:pt x="40" y="81"/>
                    <a:pt x="37" y="79"/>
                    <a:pt x="35" y="79"/>
                  </a:cubicBezTo>
                  <a:cubicBezTo>
                    <a:pt x="34" y="79"/>
                    <a:pt x="32" y="80"/>
                    <a:pt x="31" y="83"/>
                  </a:cubicBezTo>
                  <a:cubicBezTo>
                    <a:pt x="25" y="95"/>
                    <a:pt x="20" y="109"/>
                    <a:pt x="16" y="122"/>
                  </a:cubicBezTo>
                  <a:cubicBezTo>
                    <a:pt x="13" y="134"/>
                    <a:pt x="11" y="146"/>
                    <a:pt x="8" y="158"/>
                  </a:cubicBezTo>
                  <a:cubicBezTo>
                    <a:pt x="6" y="167"/>
                    <a:pt x="4" y="176"/>
                    <a:pt x="4" y="185"/>
                  </a:cubicBezTo>
                  <a:cubicBezTo>
                    <a:pt x="3" y="199"/>
                    <a:pt x="4" y="212"/>
                    <a:pt x="5" y="226"/>
                  </a:cubicBezTo>
                  <a:cubicBezTo>
                    <a:pt x="5" y="233"/>
                    <a:pt x="7" y="242"/>
                    <a:pt x="5" y="249"/>
                  </a:cubicBezTo>
                  <a:cubicBezTo>
                    <a:pt x="0" y="267"/>
                    <a:pt x="8" y="283"/>
                    <a:pt x="8" y="300"/>
                  </a:cubicBezTo>
                  <a:cubicBezTo>
                    <a:pt x="8" y="307"/>
                    <a:pt x="9" y="314"/>
                    <a:pt x="11" y="321"/>
                  </a:cubicBezTo>
                  <a:cubicBezTo>
                    <a:pt x="16" y="343"/>
                    <a:pt x="22" y="365"/>
                    <a:pt x="34" y="385"/>
                  </a:cubicBezTo>
                  <a:cubicBezTo>
                    <a:pt x="38" y="392"/>
                    <a:pt x="43" y="394"/>
                    <a:pt x="50" y="396"/>
                  </a:cubicBezTo>
                  <a:cubicBezTo>
                    <a:pt x="60" y="398"/>
                    <a:pt x="70" y="401"/>
                    <a:pt x="81" y="403"/>
                  </a:cubicBezTo>
                  <a:cubicBezTo>
                    <a:pt x="84" y="404"/>
                    <a:pt x="89" y="405"/>
                    <a:pt x="93" y="405"/>
                  </a:cubicBezTo>
                  <a:cubicBezTo>
                    <a:pt x="95" y="405"/>
                    <a:pt x="96" y="405"/>
                    <a:pt x="98" y="404"/>
                  </a:cubicBezTo>
                  <a:cubicBezTo>
                    <a:pt x="110" y="395"/>
                    <a:pt x="123" y="385"/>
                    <a:pt x="130" y="373"/>
                  </a:cubicBezTo>
                  <a:cubicBezTo>
                    <a:pt x="136" y="362"/>
                    <a:pt x="137" y="346"/>
                    <a:pt x="135" y="333"/>
                  </a:cubicBezTo>
                  <a:cubicBezTo>
                    <a:pt x="133" y="319"/>
                    <a:pt x="131" y="307"/>
                    <a:pt x="132" y="293"/>
                  </a:cubicBezTo>
                  <a:cubicBezTo>
                    <a:pt x="133" y="283"/>
                    <a:pt x="132" y="273"/>
                    <a:pt x="132" y="263"/>
                  </a:cubicBezTo>
                  <a:cubicBezTo>
                    <a:pt x="132" y="239"/>
                    <a:pt x="136" y="216"/>
                    <a:pt x="146" y="194"/>
                  </a:cubicBezTo>
                  <a:cubicBezTo>
                    <a:pt x="147" y="191"/>
                    <a:pt x="147" y="187"/>
                    <a:pt x="148" y="183"/>
                  </a:cubicBezTo>
                  <a:cubicBezTo>
                    <a:pt x="150" y="179"/>
                    <a:pt x="150" y="173"/>
                    <a:pt x="153" y="169"/>
                  </a:cubicBezTo>
                  <a:cubicBezTo>
                    <a:pt x="174" y="148"/>
                    <a:pt x="196" y="127"/>
                    <a:pt x="224" y="115"/>
                  </a:cubicBezTo>
                  <a:cubicBezTo>
                    <a:pt x="234" y="111"/>
                    <a:pt x="245" y="109"/>
                    <a:pt x="256" y="106"/>
                  </a:cubicBezTo>
                  <a:cubicBezTo>
                    <a:pt x="270" y="102"/>
                    <a:pt x="283" y="99"/>
                    <a:pt x="297" y="95"/>
                  </a:cubicBezTo>
                  <a:cubicBezTo>
                    <a:pt x="307" y="92"/>
                    <a:pt x="318" y="89"/>
                    <a:pt x="328" y="88"/>
                  </a:cubicBezTo>
                  <a:cubicBezTo>
                    <a:pt x="329" y="88"/>
                    <a:pt x="329" y="88"/>
                    <a:pt x="329" y="88"/>
                  </a:cubicBezTo>
                  <a:cubicBezTo>
                    <a:pt x="332" y="88"/>
                    <a:pt x="336" y="91"/>
                    <a:pt x="339" y="93"/>
                  </a:cubicBezTo>
                  <a:cubicBezTo>
                    <a:pt x="337" y="96"/>
                    <a:pt x="336" y="100"/>
                    <a:pt x="333" y="102"/>
                  </a:cubicBezTo>
                  <a:cubicBezTo>
                    <a:pt x="329" y="105"/>
                    <a:pt x="324" y="108"/>
                    <a:pt x="319" y="110"/>
                  </a:cubicBezTo>
                  <a:cubicBezTo>
                    <a:pt x="304" y="116"/>
                    <a:pt x="291" y="126"/>
                    <a:pt x="282" y="141"/>
                  </a:cubicBezTo>
                  <a:cubicBezTo>
                    <a:pt x="280" y="145"/>
                    <a:pt x="279" y="149"/>
                    <a:pt x="277" y="152"/>
                  </a:cubicBezTo>
                  <a:cubicBezTo>
                    <a:pt x="275" y="155"/>
                    <a:pt x="273" y="158"/>
                    <a:pt x="270" y="158"/>
                  </a:cubicBezTo>
                  <a:cubicBezTo>
                    <a:pt x="269" y="158"/>
                    <a:pt x="267" y="156"/>
                    <a:pt x="265" y="154"/>
                  </a:cubicBezTo>
                  <a:cubicBezTo>
                    <a:pt x="262" y="157"/>
                    <a:pt x="261" y="160"/>
                    <a:pt x="259" y="162"/>
                  </a:cubicBezTo>
                  <a:cubicBezTo>
                    <a:pt x="250" y="169"/>
                    <a:pt x="240" y="175"/>
                    <a:pt x="231" y="182"/>
                  </a:cubicBezTo>
                  <a:cubicBezTo>
                    <a:pt x="211" y="201"/>
                    <a:pt x="192" y="221"/>
                    <a:pt x="176" y="243"/>
                  </a:cubicBezTo>
                  <a:cubicBezTo>
                    <a:pt x="164" y="260"/>
                    <a:pt x="153" y="277"/>
                    <a:pt x="154" y="298"/>
                  </a:cubicBezTo>
                  <a:cubicBezTo>
                    <a:pt x="154" y="312"/>
                    <a:pt x="162" y="325"/>
                    <a:pt x="176" y="329"/>
                  </a:cubicBezTo>
                  <a:cubicBezTo>
                    <a:pt x="190" y="334"/>
                    <a:pt x="205" y="337"/>
                    <a:pt x="219" y="341"/>
                  </a:cubicBezTo>
                  <a:cubicBezTo>
                    <a:pt x="221" y="342"/>
                    <a:pt x="224" y="343"/>
                    <a:pt x="225" y="345"/>
                  </a:cubicBezTo>
                  <a:cubicBezTo>
                    <a:pt x="231" y="357"/>
                    <a:pt x="231" y="369"/>
                    <a:pt x="229" y="382"/>
                  </a:cubicBezTo>
                  <a:cubicBezTo>
                    <a:pt x="229" y="387"/>
                    <a:pt x="230" y="392"/>
                    <a:pt x="229" y="396"/>
                  </a:cubicBezTo>
                  <a:cubicBezTo>
                    <a:pt x="227" y="412"/>
                    <a:pt x="223" y="427"/>
                    <a:pt x="222" y="442"/>
                  </a:cubicBezTo>
                  <a:cubicBezTo>
                    <a:pt x="220" y="456"/>
                    <a:pt x="223" y="471"/>
                    <a:pt x="218" y="484"/>
                  </a:cubicBezTo>
                  <a:cubicBezTo>
                    <a:pt x="213" y="503"/>
                    <a:pt x="213" y="522"/>
                    <a:pt x="213" y="540"/>
                  </a:cubicBezTo>
                  <a:cubicBezTo>
                    <a:pt x="213" y="550"/>
                    <a:pt x="214" y="560"/>
                    <a:pt x="211" y="568"/>
                  </a:cubicBezTo>
                  <a:cubicBezTo>
                    <a:pt x="206" y="582"/>
                    <a:pt x="201" y="596"/>
                    <a:pt x="203" y="610"/>
                  </a:cubicBezTo>
                  <a:cubicBezTo>
                    <a:pt x="203" y="622"/>
                    <a:pt x="204" y="633"/>
                    <a:pt x="205" y="645"/>
                  </a:cubicBezTo>
                  <a:cubicBezTo>
                    <a:pt x="205" y="647"/>
                    <a:pt x="203" y="652"/>
                    <a:pt x="201" y="652"/>
                  </a:cubicBezTo>
                  <a:cubicBezTo>
                    <a:pt x="200" y="653"/>
                    <a:pt x="198" y="653"/>
                    <a:pt x="197" y="653"/>
                  </a:cubicBezTo>
                  <a:cubicBezTo>
                    <a:pt x="194" y="653"/>
                    <a:pt x="192" y="652"/>
                    <a:pt x="190" y="652"/>
                  </a:cubicBezTo>
                  <a:cubicBezTo>
                    <a:pt x="185" y="649"/>
                    <a:pt x="180" y="646"/>
                    <a:pt x="175" y="642"/>
                  </a:cubicBezTo>
                  <a:cubicBezTo>
                    <a:pt x="161" y="633"/>
                    <a:pt x="143" y="629"/>
                    <a:pt x="132" y="615"/>
                  </a:cubicBezTo>
                  <a:cubicBezTo>
                    <a:pt x="129" y="611"/>
                    <a:pt x="124" y="609"/>
                    <a:pt x="119" y="607"/>
                  </a:cubicBezTo>
                  <a:cubicBezTo>
                    <a:pt x="109" y="602"/>
                    <a:pt x="98" y="597"/>
                    <a:pt x="87" y="593"/>
                  </a:cubicBezTo>
                  <a:cubicBezTo>
                    <a:pt x="81" y="590"/>
                    <a:pt x="75" y="588"/>
                    <a:pt x="68" y="587"/>
                  </a:cubicBezTo>
                  <a:cubicBezTo>
                    <a:pt x="68" y="587"/>
                    <a:pt x="68" y="587"/>
                    <a:pt x="68" y="587"/>
                  </a:cubicBezTo>
                  <a:cubicBezTo>
                    <a:pt x="66" y="587"/>
                    <a:pt x="62" y="593"/>
                    <a:pt x="62" y="595"/>
                  </a:cubicBezTo>
                  <a:cubicBezTo>
                    <a:pt x="67" y="608"/>
                    <a:pt x="69" y="624"/>
                    <a:pt x="78" y="634"/>
                  </a:cubicBezTo>
                  <a:cubicBezTo>
                    <a:pt x="92" y="652"/>
                    <a:pt x="110" y="666"/>
                    <a:pt x="126" y="682"/>
                  </a:cubicBezTo>
                  <a:cubicBezTo>
                    <a:pt x="137" y="692"/>
                    <a:pt x="149" y="701"/>
                    <a:pt x="159" y="712"/>
                  </a:cubicBezTo>
                  <a:cubicBezTo>
                    <a:pt x="167" y="721"/>
                    <a:pt x="174" y="732"/>
                    <a:pt x="182" y="741"/>
                  </a:cubicBezTo>
                  <a:cubicBezTo>
                    <a:pt x="195" y="755"/>
                    <a:pt x="205" y="771"/>
                    <a:pt x="225" y="776"/>
                  </a:cubicBezTo>
                  <a:cubicBezTo>
                    <a:pt x="228" y="777"/>
                    <a:pt x="229" y="781"/>
                    <a:pt x="232" y="783"/>
                  </a:cubicBezTo>
                  <a:cubicBezTo>
                    <a:pt x="236" y="787"/>
                    <a:pt x="241" y="792"/>
                    <a:pt x="246" y="793"/>
                  </a:cubicBezTo>
                  <a:cubicBezTo>
                    <a:pt x="254" y="795"/>
                    <a:pt x="262" y="796"/>
                    <a:pt x="270" y="796"/>
                  </a:cubicBezTo>
                  <a:cubicBezTo>
                    <a:pt x="273" y="796"/>
                    <a:pt x="275" y="795"/>
                    <a:pt x="278" y="795"/>
                  </a:cubicBezTo>
                  <a:cubicBezTo>
                    <a:pt x="282" y="795"/>
                    <a:pt x="286" y="790"/>
                    <a:pt x="287" y="787"/>
                  </a:cubicBezTo>
                  <a:cubicBezTo>
                    <a:pt x="289" y="780"/>
                    <a:pt x="292" y="776"/>
                    <a:pt x="298" y="776"/>
                  </a:cubicBezTo>
                  <a:cubicBezTo>
                    <a:pt x="299" y="776"/>
                    <a:pt x="300" y="776"/>
                    <a:pt x="301" y="777"/>
                  </a:cubicBezTo>
                  <a:cubicBezTo>
                    <a:pt x="302" y="777"/>
                    <a:pt x="303" y="777"/>
                    <a:pt x="304" y="777"/>
                  </a:cubicBezTo>
                  <a:cubicBezTo>
                    <a:pt x="309" y="777"/>
                    <a:pt x="313" y="775"/>
                    <a:pt x="315" y="769"/>
                  </a:cubicBezTo>
                  <a:cubicBezTo>
                    <a:pt x="315" y="767"/>
                    <a:pt x="319" y="765"/>
                    <a:pt x="322" y="765"/>
                  </a:cubicBezTo>
                  <a:cubicBezTo>
                    <a:pt x="332" y="765"/>
                    <a:pt x="338" y="759"/>
                    <a:pt x="341" y="751"/>
                  </a:cubicBezTo>
                  <a:cubicBezTo>
                    <a:pt x="345" y="740"/>
                    <a:pt x="348" y="728"/>
                    <a:pt x="346" y="716"/>
                  </a:cubicBezTo>
                  <a:cubicBezTo>
                    <a:pt x="345" y="709"/>
                    <a:pt x="344" y="703"/>
                    <a:pt x="344" y="697"/>
                  </a:cubicBezTo>
                  <a:cubicBezTo>
                    <a:pt x="343" y="684"/>
                    <a:pt x="344" y="672"/>
                    <a:pt x="343" y="660"/>
                  </a:cubicBezTo>
                  <a:cubicBezTo>
                    <a:pt x="343" y="644"/>
                    <a:pt x="341" y="628"/>
                    <a:pt x="339" y="613"/>
                  </a:cubicBezTo>
                  <a:cubicBezTo>
                    <a:pt x="338" y="600"/>
                    <a:pt x="339" y="588"/>
                    <a:pt x="337" y="576"/>
                  </a:cubicBezTo>
                  <a:cubicBezTo>
                    <a:pt x="334" y="562"/>
                    <a:pt x="332" y="548"/>
                    <a:pt x="326" y="535"/>
                  </a:cubicBezTo>
                  <a:cubicBezTo>
                    <a:pt x="317" y="511"/>
                    <a:pt x="320" y="486"/>
                    <a:pt x="313" y="461"/>
                  </a:cubicBezTo>
                  <a:cubicBezTo>
                    <a:pt x="309" y="445"/>
                    <a:pt x="313" y="427"/>
                    <a:pt x="314" y="410"/>
                  </a:cubicBezTo>
                  <a:cubicBezTo>
                    <a:pt x="314" y="398"/>
                    <a:pt x="315" y="387"/>
                    <a:pt x="317" y="376"/>
                  </a:cubicBezTo>
                  <a:cubicBezTo>
                    <a:pt x="320" y="357"/>
                    <a:pt x="323" y="339"/>
                    <a:pt x="328" y="320"/>
                  </a:cubicBezTo>
                  <a:cubicBezTo>
                    <a:pt x="329" y="314"/>
                    <a:pt x="331" y="307"/>
                    <a:pt x="336" y="302"/>
                  </a:cubicBezTo>
                  <a:cubicBezTo>
                    <a:pt x="351" y="287"/>
                    <a:pt x="359" y="268"/>
                    <a:pt x="369" y="249"/>
                  </a:cubicBezTo>
                  <a:cubicBezTo>
                    <a:pt x="371" y="244"/>
                    <a:pt x="377" y="237"/>
                    <a:pt x="376" y="233"/>
                  </a:cubicBezTo>
                  <a:cubicBezTo>
                    <a:pt x="371" y="221"/>
                    <a:pt x="375" y="215"/>
                    <a:pt x="387" y="211"/>
                  </a:cubicBezTo>
                  <a:cubicBezTo>
                    <a:pt x="389" y="211"/>
                    <a:pt x="390" y="209"/>
                    <a:pt x="391" y="207"/>
                  </a:cubicBezTo>
                  <a:cubicBezTo>
                    <a:pt x="400" y="199"/>
                    <a:pt x="410" y="190"/>
                    <a:pt x="419" y="181"/>
                  </a:cubicBezTo>
                  <a:cubicBezTo>
                    <a:pt x="435" y="166"/>
                    <a:pt x="451" y="151"/>
                    <a:pt x="467" y="135"/>
                  </a:cubicBezTo>
                  <a:cubicBezTo>
                    <a:pt x="475" y="127"/>
                    <a:pt x="483" y="118"/>
                    <a:pt x="492" y="110"/>
                  </a:cubicBezTo>
                  <a:cubicBezTo>
                    <a:pt x="497" y="105"/>
                    <a:pt x="502" y="100"/>
                    <a:pt x="507" y="95"/>
                  </a:cubicBezTo>
                  <a:cubicBezTo>
                    <a:pt x="523" y="78"/>
                    <a:pt x="516" y="58"/>
                    <a:pt x="512" y="40"/>
                  </a:cubicBezTo>
                  <a:cubicBezTo>
                    <a:pt x="508" y="21"/>
                    <a:pt x="490" y="15"/>
                    <a:pt x="473" y="9"/>
                  </a:cubicBezTo>
                  <a:cubicBezTo>
                    <a:pt x="467" y="7"/>
                    <a:pt x="462" y="3"/>
                    <a:pt x="456" y="2"/>
                  </a:cubicBezTo>
                  <a:cubicBezTo>
                    <a:pt x="435" y="2"/>
                    <a:pt x="413" y="0"/>
                    <a:pt x="39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 dirty="0"/>
            </a:p>
          </p:txBody>
        </p:sp>
        <p:sp>
          <p:nvSpPr>
            <p:cNvPr id="59" name="Freeform 278"/>
            <p:cNvSpPr/>
            <p:nvPr/>
          </p:nvSpPr>
          <p:spPr bwMode="auto">
            <a:xfrm>
              <a:off x="2062349" y="1546094"/>
              <a:ext cx="306219" cy="148433"/>
            </a:xfrm>
            <a:custGeom>
              <a:avLst/>
              <a:gdLst>
                <a:gd name="T0" fmla="*/ 362 w 841"/>
                <a:gd name="T1" fmla="*/ 0 h 407"/>
                <a:gd name="T2" fmla="*/ 299 w 841"/>
                <a:gd name="T3" fmla="*/ 7 h 407"/>
                <a:gd name="T4" fmla="*/ 283 w 841"/>
                <a:gd name="T5" fmla="*/ 30 h 407"/>
                <a:gd name="T6" fmla="*/ 298 w 841"/>
                <a:gd name="T7" fmla="*/ 63 h 407"/>
                <a:gd name="T8" fmla="*/ 326 w 841"/>
                <a:gd name="T9" fmla="*/ 97 h 407"/>
                <a:gd name="T10" fmla="*/ 327 w 841"/>
                <a:gd name="T11" fmla="*/ 113 h 407"/>
                <a:gd name="T12" fmla="*/ 292 w 841"/>
                <a:gd name="T13" fmla="*/ 157 h 407"/>
                <a:gd name="T14" fmla="*/ 265 w 841"/>
                <a:gd name="T15" fmla="*/ 175 h 407"/>
                <a:gd name="T16" fmla="*/ 250 w 841"/>
                <a:gd name="T17" fmla="*/ 180 h 407"/>
                <a:gd name="T18" fmla="*/ 228 w 841"/>
                <a:gd name="T19" fmla="*/ 192 h 407"/>
                <a:gd name="T20" fmla="*/ 170 w 841"/>
                <a:gd name="T21" fmla="*/ 213 h 407"/>
                <a:gd name="T22" fmla="*/ 133 w 841"/>
                <a:gd name="T23" fmla="*/ 227 h 407"/>
                <a:gd name="T24" fmla="*/ 48 w 841"/>
                <a:gd name="T25" fmla="*/ 244 h 407"/>
                <a:gd name="T26" fmla="*/ 22 w 841"/>
                <a:gd name="T27" fmla="*/ 270 h 407"/>
                <a:gd name="T28" fmla="*/ 14 w 841"/>
                <a:gd name="T29" fmla="*/ 281 h 407"/>
                <a:gd name="T30" fmla="*/ 0 w 841"/>
                <a:gd name="T31" fmla="*/ 298 h 407"/>
                <a:gd name="T32" fmla="*/ 7 w 841"/>
                <a:gd name="T33" fmla="*/ 333 h 407"/>
                <a:gd name="T34" fmla="*/ 11 w 841"/>
                <a:gd name="T35" fmla="*/ 349 h 407"/>
                <a:gd name="T36" fmla="*/ 33 w 841"/>
                <a:gd name="T37" fmla="*/ 385 h 407"/>
                <a:gd name="T38" fmla="*/ 78 w 841"/>
                <a:gd name="T39" fmla="*/ 401 h 407"/>
                <a:gd name="T40" fmla="*/ 100 w 841"/>
                <a:gd name="T41" fmla="*/ 403 h 407"/>
                <a:gd name="T42" fmla="*/ 121 w 841"/>
                <a:gd name="T43" fmla="*/ 407 h 407"/>
                <a:gd name="T44" fmla="*/ 132 w 841"/>
                <a:gd name="T45" fmla="*/ 406 h 407"/>
                <a:gd name="T46" fmla="*/ 154 w 841"/>
                <a:gd name="T47" fmla="*/ 403 h 407"/>
                <a:gd name="T48" fmla="*/ 161 w 841"/>
                <a:gd name="T49" fmla="*/ 403 h 407"/>
                <a:gd name="T50" fmla="*/ 168 w 841"/>
                <a:gd name="T51" fmla="*/ 403 h 407"/>
                <a:gd name="T52" fmla="*/ 178 w 841"/>
                <a:gd name="T53" fmla="*/ 403 h 407"/>
                <a:gd name="T54" fmla="*/ 225 w 841"/>
                <a:gd name="T55" fmla="*/ 397 h 407"/>
                <a:gd name="T56" fmla="*/ 305 w 841"/>
                <a:gd name="T57" fmla="*/ 382 h 407"/>
                <a:gd name="T58" fmla="*/ 309 w 841"/>
                <a:gd name="T59" fmla="*/ 380 h 407"/>
                <a:gd name="T60" fmla="*/ 328 w 841"/>
                <a:gd name="T61" fmla="*/ 370 h 407"/>
                <a:gd name="T62" fmla="*/ 368 w 841"/>
                <a:gd name="T63" fmla="*/ 357 h 407"/>
                <a:gd name="T64" fmla="*/ 386 w 841"/>
                <a:gd name="T65" fmla="*/ 353 h 407"/>
                <a:gd name="T66" fmla="*/ 412 w 841"/>
                <a:gd name="T67" fmla="*/ 343 h 407"/>
                <a:gd name="T68" fmla="*/ 454 w 841"/>
                <a:gd name="T69" fmla="*/ 334 h 407"/>
                <a:gd name="T70" fmla="*/ 525 w 841"/>
                <a:gd name="T71" fmla="*/ 304 h 407"/>
                <a:gd name="T72" fmla="*/ 605 w 841"/>
                <a:gd name="T73" fmla="*/ 271 h 407"/>
                <a:gd name="T74" fmla="*/ 677 w 841"/>
                <a:gd name="T75" fmla="*/ 244 h 407"/>
                <a:gd name="T76" fmla="*/ 716 w 841"/>
                <a:gd name="T77" fmla="*/ 232 h 407"/>
                <a:gd name="T78" fmla="*/ 785 w 841"/>
                <a:gd name="T79" fmla="*/ 213 h 407"/>
                <a:gd name="T80" fmla="*/ 807 w 841"/>
                <a:gd name="T81" fmla="*/ 196 h 407"/>
                <a:gd name="T82" fmla="*/ 828 w 841"/>
                <a:gd name="T83" fmla="*/ 164 h 407"/>
                <a:gd name="T84" fmla="*/ 821 w 841"/>
                <a:gd name="T85" fmla="*/ 116 h 407"/>
                <a:gd name="T86" fmla="*/ 784 w 841"/>
                <a:gd name="T87" fmla="*/ 106 h 407"/>
                <a:gd name="T88" fmla="*/ 768 w 841"/>
                <a:gd name="T89" fmla="*/ 109 h 407"/>
                <a:gd name="T90" fmla="*/ 698 w 841"/>
                <a:gd name="T91" fmla="*/ 128 h 407"/>
                <a:gd name="T92" fmla="*/ 674 w 841"/>
                <a:gd name="T93" fmla="*/ 132 h 407"/>
                <a:gd name="T94" fmla="*/ 622 w 841"/>
                <a:gd name="T95" fmla="*/ 133 h 407"/>
                <a:gd name="T96" fmla="*/ 586 w 841"/>
                <a:gd name="T97" fmla="*/ 137 h 407"/>
                <a:gd name="T98" fmla="*/ 573 w 841"/>
                <a:gd name="T99" fmla="*/ 136 h 407"/>
                <a:gd name="T100" fmla="*/ 564 w 841"/>
                <a:gd name="T101" fmla="*/ 128 h 407"/>
                <a:gd name="T102" fmla="*/ 551 w 841"/>
                <a:gd name="T103" fmla="*/ 86 h 407"/>
                <a:gd name="T104" fmla="*/ 530 w 841"/>
                <a:gd name="T105" fmla="*/ 55 h 407"/>
                <a:gd name="T106" fmla="*/ 534 w 841"/>
                <a:gd name="T107" fmla="*/ 52 h 407"/>
                <a:gd name="T108" fmla="*/ 523 w 841"/>
                <a:gd name="T109" fmla="*/ 38 h 407"/>
                <a:gd name="T110" fmla="*/ 514 w 841"/>
                <a:gd name="T111" fmla="*/ 30 h 407"/>
                <a:gd name="T112" fmla="*/ 508 w 841"/>
                <a:gd name="T113" fmla="*/ 28 h 407"/>
                <a:gd name="T114" fmla="*/ 472 w 841"/>
                <a:gd name="T115" fmla="*/ 12 h 407"/>
                <a:gd name="T116" fmla="*/ 408 w 841"/>
                <a:gd name="T117" fmla="*/ 0 h 407"/>
                <a:gd name="T118" fmla="*/ 362 w 841"/>
                <a:gd name="T119" fmla="*/ 0 h 4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841" h="407">
                  <a:moveTo>
                    <a:pt x="362" y="0"/>
                  </a:moveTo>
                  <a:cubicBezTo>
                    <a:pt x="341" y="0"/>
                    <a:pt x="320" y="1"/>
                    <a:pt x="299" y="7"/>
                  </a:cubicBezTo>
                  <a:cubicBezTo>
                    <a:pt x="287" y="11"/>
                    <a:pt x="280" y="19"/>
                    <a:pt x="283" y="30"/>
                  </a:cubicBezTo>
                  <a:cubicBezTo>
                    <a:pt x="286" y="41"/>
                    <a:pt x="292" y="52"/>
                    <a:pt x="298" y="63"/>
                  </a:cubicBezTo>
                  <a:cubicBezTo>
                    <a:pt x="305" y="76"/>
                    <a:pt x="321" y="82"/>
                    <a:pt x="326" y="97"/>
                  </a:cubicBezTo>
                  <a:cubicBezTo>
                    <a:pt x="327" y="102"/>
                    <a:pt x="329" y="109"/>
                    <a:pt x="327" y="113"/>
                  </a:cubicBezTo>
                  <a:cubicBezTo>
                    <a:pt x="319" y="130"/>
                    <a:pt x="308" y="146"/>
                    <a:pt x="292" y="157"/>
                  </a:cubicBezTo>
                  <a:cubicBezTo>
                    <a:pt x="283" y="163"/>
                    <a:pt x="274" y="169"/>
                    <a:pt x="265" y="175"/>
                  </a:cubicBezTo>
                  <a:cubicBezTo>
                    <a:pt x="260" y="178"/>
                    <a:pt x="254" y="178"/>
                    <a:pt x="250" y="180"/>
                  </a:cubicBezTo>
                  <a:cubicBezTo>
                    <a:pt x="242" y="184"/>
                    <a:pt x="236" y="189"/>
                    <a:pt x="228" y="192"/>
                  </a:cubicBezTo>
                  <a:cubicBezTo>
                    <a:pt x="209" y="199"/>
                    <a:pt x="190" y="205"/>
                    <a:pt x="170" y="213"/>
                  </a:cubicBezTo>
                  <a:cubicBezTo>
                    <a:pt x="158" y="217"/>
                    <a:pt x="146" y="224"/>
                    <a:pt x="133" y="227"/>
                  </a:cubicBezTo>
                  <a:cubicBezTo>
                    <a:pt x="105" y="233"/>
                    <a:pt x="77" y="238"/>
                    <a:pt x="48" y="244"/>
                  </a:cubicBezTo>
                  <a:cubicBezTo>
                    <a:pt x="35" y="246"/>
                    <a:pt x="23" y="257"/>
                    <a:pt x="22" y="270"/>
                  </a:cubicBezTo>
                  <a:cubicBezTo>
                    <a:pt x="21" y="276"/>
                    <a:pt x="18" y="278"/>
                    <a:pt x="14" y="281"/>
                  </a:cubicBezTo>
                  <a:cubicBezTo>
                    <a:pt x="8" y="286"/>
                    <a:pt x="0" y="292"/>
                    <a:pt x="0" y="298"/>
                  </a:cubicBezTo>
                  <a:cubicBezTo>
                    <a:pt x="0" y="310"/>
                    <a:pt x="4" y="321"/>
                    <a:pt x="7" y="333"/>
                  </a:cubicBezTo>
                  <a:cubicBezTo>
                    <a:pt x="8" y="338"/>
                    <a:pt x="9" y="344"/>
                    <a:pt x="11" y="349"/>
                  </a:cubicBezTo>
                  <a:cubicBezTo>
                    <a:pt x="16" y="363"/>
                    <a:pt x="20" y="378"/>
                    <a:pt x="33" y="385"/>
                  </a:cubicBezTo>
                  <a:cubicBezTo>
                    <a:pt x="46" y="393"/>
                    <a:pt x="62" y="396"/>
                    <a:pt x="78" y="401"/>
                  </a:cubicBezTo>
                  <a:cubicBezTo>
                    <a:pt x="85" y="403"/>
                    <a:pt x="93" y="401"/>
                    <a:pt x="100" y="403"/>
                  </a:cubicBezTo>
                  <a:cubicBezTo>
                    <a:pt x="107" y="406"/>
                    <a:pt x="114" y="407"/>
                    <a:pt x="121" y="407"/>
                  </a:cubicBezTo>
                  <a:cubicBezTo>
                    <a:pt x="125" y="407"/>
                    <a:pt x="128" y="407"/>
                    <a:pt x="132" y="406"/>
                  </a:cubicBezTo>
                  <a:cubicBezTo>
                    <a:pt x="140" y="404"/>
                    <a:pt x="147" y="403"/>
                    <a:pt x="154" y="403"/>
                  </a:cubicBezTo>
                  <a:cubicBezTo>
                    <a:pt x="157" y="403"/>
                    <a:pt x="159" y="403"/>
                    <a:pt x="161" y="403"/>
                  </a:cubicBezTo>
                  <a:cubicBezTo>
                    <a:pt x="164" y="403"/>
                    <a:pt x="166" y="403"/>
                    <a:pt x="168" y="403"/>
                  </a:cubicBezTo>
                  <a:cubicBezTo>
                    <a:pt x="171" y="403"/>
                    <a:pt x="174" y="403"/>
                    <a:pt x="178" y="403"/>
                  </a:cubicBezTo>
                  <a:cubicBezTo>
                    <a:pt x="193" y="402"/>
                    <a:pt x="209" y="400"/>
                    <a:pt x="225" y="397"/>
                  </a:cubicBezTo>
                  <a:cubicBezTo>
                    <a:pt x="252" y="392"/>
                    <a:pt x="278" y="387"/>
                    <a:pt x="305" y="382"/>
                  </a:cubicBezTo>
                  <a:cubicBezTo>
                    <a:pt x="307" y="382"/>
                    <a:pt x="308" y="380"/>
                    <a:pt x="309" y="380"/>
                  </a:cubicBezTo>
                  <a:cubicBezTo>
                    <a:pt x="316" y="376"/>
                    <a:pt x="322" y="373"/>
                    <a:pt x="328" y="370"/>
                  </a:cubicBezTo>
                  <a:cubicBezTo>
                    <a:pt x="341" y="366"/>
                    <a:pt x="355" y="362"/>
                    <a:pt x="368" y="357"/>
                  </a:cubicBezTo>
                  <a:cubicBezTo>
                    <a:pt x="374" y="356"/>
                    <a:pt x="380" y="355"/>
                    <a:pt x="386" y="353"/>
                  </a:cubicBezTo>
                  <a:cubicBezTo>
                    <a:pt x="395" y="350"/>
                    <a:pt x="403" y="346"/>
                    <a:pt x="412" y="343"/>
                  </a:cubicBezTo>
                  <a:cubicBezTo>
                    <a:pt x="426" y="340"/>
                    <a:pt x="441" y="339"/>
                    <a:pt x="454" y="334"/>
                  </a:cubicBezTo>
                  <a:cubicBezTo>
                    <a:pt x="478" y="325"/>
                    <a:pt x="501" y="314"/>
                    <a:pt x="525" y="304"/>
                  </a:cubicBezTo>
                  <a:cubicBezTo>
                    <a:pt x="552" y="292"/>
                    <a:pt x="579" y="281"/>
                    <a:pt x="605" y="271"/>
                  </a:cubicBezTo>
                  <a:cubicBezTo>
                    <a:pt x="629" y="261"/>
                    <a:pt x="653" y="252"/>
                    <a:pt x="677" y="244"/>
                  </a:cubicBezTo>
                  <a:cubicBezTo>
                    <a:pt x="690" y="239"/>
                    <a:pt x="703" y="236"/>
                    <a:pt x="716" y="232"/>
                  </a:cubicBezTo>
                  <a:cubicBezTo>
                    <a:pt x="739" y="225"/>
                    <a:pt x="762" y="218"/>
                    <a:pt x="785" y="213"/>
                  </a:cubicBezTo>
                  <a:cubicBezTo>
                    <a:pt x="796" y="210"/>
                    <a:pt x="801" y="204"/>
                    <a:pt x="807" y="196"/>
                  </a:cubicBezTo>
                  <a:cubicBezTo>
                    <a:pt x="814" y="185"/>
                    <a:pt x="820" y="173"/>
                    <a:pt x="828" y="164"/>
                  </a:cubicBezTo>
                  <a:cubicBezTo>
                    <a:pt x="841" y="149"/>
                    <a:pt x="838" y="124"/>
                    <a:pt x="821" y="116"/>
                  </a:cubicBezTo>
                  <a:cubicBezTo>
                    <a:pt x="809" y="111"/>
                    <a:pt x="797" y="106"/>
                    <a:pt x="784" y="106"/>
                  </a:cubicBezTo>
                  <a:cubicBezTo>
                    <a:pt x="779" y="106"/>
                    <a:pt x="774" y="107"/>
                    <a:pt x="768" y="109"/>
                  </a:cubicBezTo>
                  <a:cubicBezTo>
                    <a:pt x="745" y="116"/>
                    <a:pt x="721" y="122"/>
                    <a:pt x="698" y="128"/>
                  </a:cubicBezTo>
                  <a:cubicBezTo>
                    <a:pt x="690" y="130"/>
                    <a:pt x="682" y="131"/>
                    <a:pt x="674" y="132"/>
                  </a:cubicBezTo>
                  <a:cubicBezTo>
                    <a:pt x="657" y="132"/>
                    <a:pt x="639" y="131"/>
                    <a:pt x="622" y="133"/>
                  </a:cubicBezTo>
                  <a:cubicBezTo>
                    <a:pt x="610" y="135"/>
                    <a:pt x="598" y="137"/>
                    <a:pt x="586" y="137"/>
                  </a:cubicBezTo>
                  <a:cubicBezTo>
                    <a:pt x="582" y="137"/>
                    <a:pt x="578" y="137"/>
                    <a:pt x="573" y="136"/>
                  </a:cubicBezTo>
                  <a:cubicBezTo>
                    <a:pt x="568" y="135"/>
                    <a:pt x="566" y="135"/>
                    <a:pt x="564" y="128"/>
                  </a:cubicBezTo>
                  <a:cubicBezTo>
                    <a:pt x="561" y="114"/>
                    <a:pt x="557" y="100"/>
                    <a:pt x="551" y="86"/>
                  </a:cubicBezTo>
                  <a:cubicBezTo>
                    <a:pt x="545" y="75"/>
                    <a:pt x="537" y="66"/>
                    <a:pt x="530" y="55"/>
                  </a:cubicBezTo>
                  <a:cubicBezTo>
                    <a:pt x="531" y="54"/>
                    <a:pt x="533" y="53"/>
                    <a:pt x="534" y="52"/>
                  </a:cubicBezTo>
                  <a:cubicBezTo>
                    <a:pt x="529" y="49"/>
                    <a:pt x="522" y="48"/>
                    <a:pt x="523" y="38"/>
                  </a:cubicBezTo>
                  <a:cubicBezTo>
                    <a:pt x="524" y="36"/>
                    <a:pt x="518" y="33"/>
                    <a:pt x="514" y="30"/>
                  </a:cubicBezTo>
                  <a:cubicBezTo>
                    <a:pt x="512" y="29"/>
                    <a:pt x="510" y="29"/>
                    <a:pt x="508" y="28"/>
                  </a:cubicBezTo>
                  <a:cubicBezTo>
                    <a:pt x="496" y="23"/>
                    <a:pt x="484" y="15"/>
                    <a:pt x="472" y="12"/>
                  </a:cubicBezTo>
                  <a:cubicBezTo>
                    <a:pt x="451" y="7"/>
                    <a:pt x="430" y="1"/>
                    <a:pt x="408" y="0"/>
                  </a:cubicBezTo>
                  <a:cubicBezTo>
                    <a:pt x="393" y="0"/>
                    <a:pt x="377" y="0"/>
                    <a:pt x="36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0" name="Freeform 279"/>
            <p:cNvSpPr/>
            <p:nvPr/>
          </p:nvSpPr>
          <p:spPr bwMode="auto">
            <a:xfrm>
              <a:off x="2259580" y="1824254"/>
              <a:ext cx="101260" cy="94346"/>
            </a:xfrm>
            <a:custGeom>
              <a:avLst/>
              <a:gdLst>
                <a:gd name="T0" fmla="*/ 65 w 278"/>
                <a:gd name="T1" fmla="*/ 0 h 258"/>
                <a:gd name="T2" fmla="*/ 32 w 278"/>
                <a:gd name="T3" fmla="*/ 4 h 258"/>
                <a:gd name="T4" fmla="*/ 1 w 278"/>
                <a:gd name="T5" fmla="*/ 32 h 258"/>
                <a:gd name="T6" fmla="*/ 1 w 278"/>
                <a:gd name="T7" fmla="*/ 38 h 258"/>
                <a:gd name="T8" fmla="*/ 6 w 278"/>
                <a:gd name="T9" fmla="*/ 50 h 258"/>
                <a:gd name="T10" fmla="*/ 30 w 278"/>
                <a:gd name="T11" fmla="*/ 89 h 258"/>
                <a:gd name="T12" fmla="*/ 37 w 278"/>
                <a:gd name="T13" fmla="*/ 102 h 258"/>
                <a:gd name="T14" fmla="*/ 51 w 278"/>
                <a:gd name="T15" fmla="*/ 130 h 258"/>
                <a:gd name="T16" fmla="*/ 72 w 278"/>
                <a:gd name="T17" fmla="*/ 158 h 258"/>
                <a:gd name="T18" fmla="*/ 88 w 278"/>
                <a:gd name="T19" fmla="*/ 184 h 258"/>
                <a:gd name="T20" fmla="*/ 105 w 278"/>
                <a:gd name="T21" fmla="*/ 206 h 258"/>
                <a:gd name="T22" fmla="*/ 105 w 278"/>
                <a:gd name="T23" fmla="*/ 207 h 258"/>
                <a:gd name="T24" fmla="*/ 150 w 278"/>
                <a:gd name="T25" fmla="*/ 249 h 258"/>
                <a:gd name="T26" fmla="*/ 175 w 278"/>
                <a:gd name="T27" fmla="*/ 258 h 258"/>
                <a:gd name="T28" fmla="*/ 177 w 278"/>
                <a:gd name="T29" fmla="*/ 258 h 258"/>
                <a:gd name="T30" fmla="*/ 209 w 278"/>
                <a:gd name="T31" fmla="*/ 247 h 258"/>
                <a:gd name="T32" fmla="*/ 261 w 278"/>
                <a:gd name="T33" fmla="*/ 197 h 258"/>
                <a:gd name="T34" fmla="*/ 266 w 278"/>
                <a:gd name="T35" fmla="*/ 182 h 258"/>
                <a:gd name="T36" fmla="*/ 278 w 278"/>
                <a:gd name="T37" fmla="*/ 143 h 258"/>
                <a:gd name="T38" fmla="*/ 260 w 278"/>
                <a:gd name="T39" fmla="*/ 87 h 258"/>
                <a:gd name="T40" fmla="*/ 206 w 278"/>
                <a:gd name="T41" fmla="*/ 27 h 258"/>
                <a:gd name="T42" fmla="*/ 198 w 278"/>
                <a:gd name="T43" fmla="*/ 23 h 258"/>
                <a:gd name="T44" fmla="*/ 157 w 278"/>
                <a:gd name="T45" fmla="*/ 13 h 258"/>
                <a:gd name="T46" fmla="*/ 111 w 278"/>
                <a:gd name="T47" fmla="*/ 2 h 258"/>
                <a:gd name="T48" fmla="*/ 65 w 278"/>
                <a:gd name="T49" fmla="*/ 0 h 2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278" h="258">
                  <a:moveTo>
                    <a:pt x="65" y="0"/>
                  </a:moveTo>
                  <a:cubicBezTo>
                    <a:pt x="54" y="0"/>
                    <a:pt x="43" y="1"/>
                    <a:pt x="32" y="4"/>
                  </a:cubicBezTo>
                  <a:cubicBezTo>
                    <a:pt x="16" y="7"/>
                    <a:pt x="8" y="19"/>
                    <a:pt x="1" y="32"/>
                  </a:cubicBezTo>
                  <a:cubicBezTo>
                    <a:pt x="0" y="33"/>
                    <a:pt x="1" y="36"/>
                    <a:pt x="1" y="38"/>
                  </a:cubicBezTo>
                  <a:cubicBezTo>
                    <a:pt x="3" y="42"/>
                    <a:pt x="4" y="46"/>
                    <a:pt x="6" y="50"/>
                  </a:cubicBezTo>
                  <a:cubicBezTo>
                    <a:pt x="11" y="65"/>
                    <a:pt x="17" y="79"/>
                    <a:pt x="30" y="89"/>
                  </a:cubicBezTo>
                  <a:cubicBezTo>
                    <a:pt x="33" y="92"/>
                    <a:pt x="35" y="97"/>
                    <a:pt x="37" y="102"/>
                  </a:cubicBezTo>
                  <a:cubicBezTo>
                    <a:pt x="41" y="111"/>
                    <a:pt x="45" y="121"/>
                    <a:pt x="51" y="130"/>
                  </a:cubicBezTo>
                  <a:cubicBezTo>
                    <a:pt x="57" y="140"/>
                    <a:pt x="65" y="148"/>
                    <a:pt x="72" y="158"/>
                  </a:cubicBezTo>
                  <a:cubicBezTo>
                    <a:pt x="77" y="166"/>
                    <a:pt x="82" y="176"/>
                    <a:pt x="88" y="184"/>
                  </a:cubicBezTo>
                  <a:cubicBezTo>
                    <a:pt x="93" y="192"/>
                    <a:pt x="92" y="205"/>
                    <a:pt x="105" y="206"/>
                  </a:cubicBezTo>
                  <a:cubicBezTo>
                    <a:pt x="105" y="207"/>
                    <a:pt x="105" y="207"/>
                    <a:pt x="105" y="207"/>
                  </a:cubicBezTo>
                  <a:cubicBezTo>
                    <a:pt x="120" y="221"/>
                    <a:pt x="134" y="237"/>
                    <a:pt x="150" y="249"/>
                  </a:cubicBezTo>
                  <a:cubicBezTo>
                    <a:pt x="156" y="254"/>
                    <a:pt x="167" y="258"/>
                    <a:pt x="175" y="258"/>
                  </a:cubicBezTo>
                  <a:cubicBezTo>
                    <a:pt x="176" y="258"/>
                    <a:pt x="177" y="258"/>
                    <a:pt x="177" y="258"/>
                  </a:cubicBezTo>
                  <a:cubicBezTo>
                    <a:pt x="188" y="257"/>
                    <a:pt x="199" y="252"/>
                    <a:pt x="209" y="247"/>
                  </a:cubicBezTo>
                  <a:cubicBezTo>
                    <a:pt x="231" y="236"/>
                    <a:pt x="250" y="220"/>
                    <a:pt x="261" y="197"/>
                  </a:cubicBezTo>
                  <a:cubicBezTo>
                    <a:pt x="264" y="192"/>
                    <a:pt x="265" y="187"/>
                    <a:pt x="266" y="182"/>
                  </a:cubicBezTo>
                  <a:cubicBezTo>
                    <a:pt x="271" y="167"/>
                    <a:pt x="275" y="152"/>
                    <a:pt x="278" y="143"/>
                  </a:cubicBezTo>
                  <a:cubicBezTo>
                    <a:pt x="277" y="118"/>
                    <a:pt x="268" y="103"/>
                    <a:pt x="260" y="87"/>
                  </a:cubicBezTo>
                  <a:cubicBezTo>
                    <a:pt x="247" y="63"/>
                    <a:pt x="227" y="45"/>
                    <a:pt x="206" y="27"/>
                  </a:cubicBezTo>
                  <a:cubicBezTo>
                    <a:pt x="204" y="25"/>
                    <a:pt x="201" y="23"/>
                    <a:pt x="198" y="23"/>
                  </a:cubicBezTo>
                  <a:cubicBezTo>
                    <a:pt x="184" y="19"/>
                    <a:pt x="171" y="17"/>
                    <a:pt x="157" y="13"/>
                  </a:cubicBezTo>
                  <a:cubicBezTo>
                    <a:pt x="142" y="10"/>
                    <a:pt x="127" y="3"/>
                    <a:pt x="111" y="2"/>
                  </a:cubicBezTo>
                  <a:cubicBezTo>
                    <a:pt x="96" y="2"/>
                    <a:pt x="81" y="0"/>
                    <a:pt x="6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1" name="Freeform 280"/>
            <p:cNvSpPr/>
            <p:nvPr/>
          </p:nvSpPr>
          <p:spPr bwMode="auto">
            <a:xfrm>
              <a:off x="2072922" y="1886473"/>
              <a:ext cx="75640" cy="54900"/>
            </a:xfrm>
            <a:custGeom>
              <a:avLst/>
              <a:gdLst>
                <a:gd name="T0" fmla="*/ 40 w 207"/>
                <a:gd name="T1" fmla="*/ 0 h 151"/>
                <a:gd name="T2" fmla="*/ 29 w 207"/>
                <a:gd name="T3" fmla="*/ 10 h 151"/>
                <a:gd name="T4" fmla="*/ 3 w 207"/>
                <a:gd name="T5" fmla="*/ 47 h 151"/>
                <a:gd name="T6" fmla="*/ 0 w 207"/>
                <a:gd name="T7" fmla="*/ 56 h 151"/>
                <a:gd name="T8" fmla="*/ 0 w 207"/>
                <a:gd name="T9" fmla="*/ 97 h 151"/>
                <a:gd name="T10" fmla="*/ 20 w 207"/>
                <a:gd name="T11" fmla="*/ 135 h 151"/>
                <a:gd name="T12" fmla="*/ 42 w 207"/>
                <a:gd name="T13" fmla="*/ 147 h 151"/>
                <a:gd name="T14" fmla="*/ 56 w 207"/>
                <a:gd name="T15" fmla="*/ 151 h 151"/>
                <a:gd name="T16" fmla="*/ 65 w 207"/>
                <a:gd name="T17" fmla="*/ 149 h 151"/>
                <a:gd name="T18" fmla="*/ 113 w 207"/>
                <a:gd name="T19" fmla="*/ 124 h 151"/>
                <a:gd name="T20" fmla="*/ 125 w 207"/>
                <a:gd name="T21" fmla="*/ 113 h 151"/>
                <a:gd name="T22" fmla="*/ 165 w 207"/>
                <a:gd name="T23" fmla="*/ 59 h 151"/>
                <a:gd name="T24" fmla="*/ 184 w 207"/>
                <a:gd name="T25" fmla="*/ 44 h 151"/>
                <a:gd name="T26" fmla="*/ 204 w 207"/>
                <a:gd name="T27" fmla="*/ 20 h 151"/>
                <a:gd name="T28" fmla="*/ 195 w 207"/>
                <a:gd name="T29" fmla="*/ 6 h 151"/>
                <a:gd name="T30" fmla="*/ 192 w 207"/>
                <a:gd name="T31" fmla="*/ 6 h 151"/>
                <a:gd name="T32" fmla="*/ 122 w 207"/>
                <a:gd name="T33" fmla="*/ 17 h 151"/>
                <a:gd name="T34" fmla="*/ 101 w 207"/>
                <a:gd name="T35" fmla="*/ 19 h 151"/>
                <a:gd name="T36" fmla="*/ 82 w 207"/>
                <a:gd name="T37" fmla="*/ 14 h 151"/>
                <a:gd name="T38" fmla="*/ 51 w 207"/>
                <a:gd name="T39" fmla="*/ 2 h 151"/>
                <a:gd name="T40" fmla="*/ 42 w 207"/>
                <a:gd name="T41" fmla="*/ 3 h 151"/>
                <a:gd name="T42" fmla="*/ 40 w 207"/>
                <a:gd name="T43" fmla="*/ 0 h 1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07" h="151">
                  <a:moveTo>
                    <a:pt x="40" y="0"/>
                  </a:moveTo>
                  <a:cubicBezTo>
                    <a:pt x="36" y="3"/>
                    <a:pt x="32" y="6"/>
                    <a:pt x="29" y="10"/>
                  </a:cubicBezTo>
                  <a:cubicBezTo>
                    <a:pt x="20" y="22"/>
                    <a:pt x="12" y="35"/>
                    <a:pt x="3" y="47"/>
                  </a:cubicBezTo>
                  <a:cubicBezTo>
                    <a:pt x="1" y="50"/>
                    <a:pt x="0" y="53"/>
                    <a:pt x="0" y="56"/>
                  </a:cubicBezTo>
                  <a:cubicBezTo>
                    <a:pt x="0" y="69"/>
                    <a:pt x="0" y="83"/>
                    <a:pt x="0" y="97"/>
                  </a:cubicBezTo>
                  <a:cubicBezTo>
                    <a:pt x="0" y="113"/>
                    <a:pt x="5" y="126"/>
                    <a:pt x="20" y="135"/>
                  </a:cubicBezTo>
                  <a:cubicBezTo>
                    <a:pt x="27" y="139"/>
                    <a:pt x="35" y="142"/>
                    <a:pt x="42" y="147"/>
                  </a:cubicBezTo>
                  <a:cubicBezTo>
                    <a:pt x="47" y="150"/>
                    <a:pt x="51" y="151"/>
                    <a:pt x="56" y="151"/>
                  </a:cubicBezTo>
                  <a:cubicBezTo>
                    <a:pt x="59" y="151"/>
                    <a:pt x="62" y="150"/>
                    <a:pt x="65" y="149"/>
                  </a:cubicBezTo>
                  <a:cubicBezTo>
                    <a:pt x="81" y="141"/>
                    <a:pt x="97" y="132"/>
                    <a:pt x="113" y="124"/>
                  </a:cubicBezTo>
                  <a:cubicBezTo>
                    <a:pt x="117" y="121"/>
                    <a:pt x="123" y="117"/>
                    <a:pt x="125" y="113"/>
                  </a:cubicBezTo>
                  <a:cubicBezTo>
                    <a:pt x="136" y="93"/>
                    <a:pt x="148" y="74"/>
                    <a:pt x="165" y="59"/>
                  </a:cubicBezTo>
                  <a:cubicBezTo>
                    <a:pt x="171" y="54"/>
                    <a:pt x="177" y="46"/>
                    <a:pt x="184" y="44"/>
                  </a:cubicBezTo>
                  <a:cubicBezTo>
                    <a:pt x="196" y="40"/>
                    <a:pt x="201" y="31"/>
                    <a:pt x="204" y="20"/>
                  </a:cubicBezTo>
                  <a:cubicBezTo>
                    <a:pt x="207" y="12"/>
                    <a:pt x="203" y="6"/>
                    <a:pt x="195" y="6"/>
                  </a:cubicBezTo>
                  <a:cubicBezTo>
                    <a:pt x="194" y="6"/>
                    <a:pt x="193" y="6"/>
                    <a:pt x="192" y="6"/>
                  </a:cubicBezTo>
                  <a:cubicBezTo>
                    <a:pt x="169" y="9"/>
                    <a:pt x="145" y="14"/>
                    <a:pt x="122" y="17"/>
                  </a:cubicBezTo>
                  <a:cubicBezTo>
                    <a:pt x="115" y="18"/>
                    <a:pt x="108" y="19"/>
                    <a:pt x="101" y="19"/>
                  </a:cubicBezTo>
                  <a:cubicBezTo>
                    <a:pt x="95" y="19"/>
                    <a:pt x="88" y="18"/>
                    <a:pt x="82" y="14"/>
                  </a:cubicBezTo>
                  <a:cubicBezTo>
                    <a:pt x="72" y="7"/>
                    <a:pt x="63" y="2"/>
                    <a:pt x="51" y="2"/>
                  </a:cubicBezTo>
                  <a:cubicBezTo>
                    <a:pt x="48" y="2"/>
                    <a:pt x="45" y="2"/>
                    <a:pt x="42" y="3"/>
                  </a:cubicBezTo>
                  <a:cubicBezTo>
                    <a:pt x="41" y="2"/>
                    <a:pt x="41" y="1"/>
                    <a:pt x="4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2" name="Freeform 281"/>
            <p:cNvSpPr/>
            <p:nvPr/>
          </p:nvSpPr>
          <p:spPr bwMode="auto">
            <a:xfrm>
              <a:off x="1626811" y="2122744"/>
              <a:ext cx="90280" cy="89467"/>
            </a:xfrm>
            <a:custGeom>
              <a:avLst/>
              <a:gdLst>
                <a:gd name="T0" fmla="*/ 248 w 248"/>
                <a:gd name="T1" fmla="*/ 0 h 245"/>
                <a:gd name="T2" fmla="*/ 171 w 248"/>
                <a:gd name="T3" fmla="*/ 0 h 245"/>
                <a:gd name="T4" fmla="*/ 171 w 248"/>
                <a:gd name="T5" fmla="*/ 9 h 245"/>
                <a:gd name="T6" fmla="*/ 185 w 248"/>
                <a:gd name="T7" fmla="*/ 13 h 245"/>
                <a:gd name="T8" fmla="*/ 191 w 248"/>
                <a:gd name="T9" fmla="*/ 18 h 245"/>
                <a:gd name="T10" fmla="*/ 194 w 248"/>
                <a:gd name="T11" fmla="*/ 27 h 245"/>
                <a:gd name="T12" fmla="*/ 195 w 248"/>
                <a:gd name="T13" fmla="*/ 45 h 245"/>
                <a:gd name="T14" fmla="*/ 195 w 248"/>
                <a:gd name="T15" fmla="*/ 82 h 245"/>
                <a:gd name="T16" fmla="*/ 196 w 248"/>
                <a:gd name="T17" fmla="*/ 141 h 245"/>
                <a:gd name="T18" fmla="*/ 198 w 248"/>
                <a:gd name="T19" fmla="*/ 184 h 245"/>
                <a:gd name="T20" fmla="*/ 195 w 248"/>
                <a:gd name="T21" fmla="*/ 184 h 245"/>
                <a:gd name="T22" fmla="*/ 184 w 248"/>
                <a:gd name="T23" fmla="*/ 166 h 245"/>
                <a:gd name="T24" fmla="*/ 171 w 248"/>
                <a:gd name="T25" fmla="*/ 147 h 245"/>
                <a:gd name="T26" fmla="*/ 67 w 248"/>
                <a:gd name="T27" fmla="*/ 0 h 245"/>
                <a:gd name="T28" fmla="*/ 0 w 248"/>
                <a:gd name="T29" fmla="*/ 0 h 245"/>
                <a:gd name="T30" fmla="*/ 0 w 248"/>
                <a:gd name="T31" fmla="*/ 9 h 245"/>
                <a:gd name="T32" fmla="*/ 14 w 248"/>
                <a:gd name="T33" fmla="*/ 13 h 245"/>
                <a:gd name="T34" fmla="*/ 21 w 248"/>
                <a:gd name="T35" fmla="*/ 18 h 245"/>
                <a:gd name="T36" fmla="*/ 24 w 248"/>
                <a:gd name="T37" fmla="*/ 27 h 245"/>
                <a:gd name="T38" fmla="*/ 25 w 248"/>
                <a:gd name="T39" fmla="*/ 45 h 245"/>
                <a:gd name="T40" fmla="*/ 25 w 248"/>
                <a:gd name="T41" fmla="*/ 199 h 245"/>
                <a:gd name="T42" fmla="*/ 24 w 248"/>
                <a:gd name="T43" fmla="*/ 219 h 245"/>
                <a:gd name="T44" fmla="*/ 18 w 248"/>
                <a:gd name="T45" fmla="*/ 229 h 245"/>
                <a:gd name="T46" fmla="*/ 0 w 248"/>
                <a:gd name="T47" fmla="*/ 235 h 245"/>
                <a:gd name="T48" fmla="*/ 0 w 248"/>
                <a:gd name="T49" fmla="*/ 244 h 245"/>
                <a:gd name="T50" fmla="*/ 78 w 248"/>
                <a:gd name="T51" fmla="*/ 244 h 245"/>
                <a:gd name="T52" fmla="*/ 78 w 248"/>
                <a:gd name="T53" fmla="*/ 235 h 245"/>
                <a:gd name="T54" fmla="*/ 64 w 248"/>
                <a:gd name="T55" fmla="*/ 231 h 245"/>
                <a:gd name="T56" fmla="*/ 57 w 248"/>
                <a:gd name="T57" fmla="*/ 226 h 245"/>
                <a:gd name="T58" fmla="*/ 54 w 248"/>
                <a:gd name="T59" fmla="*/ 217 h 245"/>
                <a:gd name="T60" fmla="*/ 53 w 248"/>
                <a:gd name="T61" fmla="*/ 199 h 245"/>
                <a:gd name="T62" fmla="*/ 53 w 248"/>
                <a:gd name="T63" fmla="*/ 163 h 245"/>
                <a:gd name="T64" fmla="*/ 52 w 248"/>
                <a:gd name="T65" fmla="*/ 91 h 245"/>
                <a:gd name="T66" fmla="*/ 50 w 248"/>
                <a:gd name="T67" fmla="*/ 41 h 245"/>
                <a:gd name="T68" fmla="*/ 54 w 248"/>
                <a:gd name="T69" fmla="*/ 41 h 245"/>
                <a:gd name="T70" fmla="*/ 62 w 248"/>
                <a:gd name="T71" fmla="*/ 56 h 245"/>
                <a:gd name="T72" fmla="*/ 78 w 248"/>
                <a:gd name="T73" fmla="*/ 78 h 245"/>
                <a:gd name="T74" fmla="*/ 196 w 248"/>
                <a:gd name="T75" fmla="*/ 245 h 245"/>
                <a:gd name="T76" fmla="*/ 222 w 248"/>
                <a:gd name="T77" fmla="*/ 245 h 245"/>
                <a:gd name="T78" fmla="*/ 222 w 248"/>
                <a:gd name="T79" fmla="*/ 45 h 245"/>
                <a:gd name="T80" fmla="*/ 224 w 248"/>
                <a:gd name="T81" fmla="*/ 26 h 245"/>
                <a:gd name="T82" fmla="*/ 228 w 248"/>
                <a:gd name="T83" fmla="*/ 18 h 245"/>
                <a:gd name="T84" fmla="*/ 234 w 248"/>
                <a:gd name="T85" fmla="*/ 13 h 245"/>
                <a:gd name="T86" fmla="*/ 248 w 248"/>
                <a:gd name="T87" fmla="*/ 9 h 245"/>
                <a:gd name="T88" fmla="*/ 248 w 248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8" h="245">
                  <a:moveTo>
                    <a:pt x="248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8" y="10"/>
                    <a:pt x="182" y="12"/>
                    <a:pt x="185" y="13"/>
                  </a:cubicBezTo>
                  <a:cubicBezTo>
                    <a:pt x="187" y="14"/>
                    <a:pt x="189" y="16"/>
                    <a:pt x="191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5" y="37"/>
                    <a:pt x="195" y="45"/>
                  </a:cubicBezTo>
                  <a:cubicBezTo>
                    <a:pt x="195" y="82"/>
                    <a:pt x="195" y="82"/>
                    <a:pt x="195" y="82"/>
                  </a:cubicBezTo>
                  <a:cubicBezTo>
                    <a:pt x="195" y="100"/>
                    <a:pt x="195" y="119"/>
                    <a:pt x="196" y="141"/>
                  </a:cubicBezTo>
                  <a:cubicBezTo>
                    <a:pt x="196" y="163"/>
                    <a:pt x="197" y="177"/>
                    <a:pt x="198" y="184"/>
                  </a:cubicBezTo>
                  <a:cubicBezTo>
                    <a:pt x="195" y="184"/>
                    <a:pt x="195" y="184"/>
                    <a:pt x="195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1" y="161"/>
                    <a:pt x="176" y="155"/>
                    <a:pt x="171" y="147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8" y="244"/>
                    <a:pt x="78" y="244"/>
                    <a:pt x="78" y="244"/>
                  </a:cubicBezTo>
                  <a:cubicBezTo>
                    <a:pt x="78" y="235"/>
                    <a:pt x="78" y="235"/>
                    <a:pt x="78" y="235"/>
                  </a:cubicBezTo>
                  <a:cubicBezTo>
                    <a:pt x="71" y="234"/>
                    <a:pt x="67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63"/>
                    <a:pt x="53" y="163"/>
                    <a:pt x="53" y="163"/>
                  </a:cubicBezTo>
                  <a:cubicBezTo>
                    <a:pt x="53" y="139"/>
                    <a:pt x="53" y="115"/>
                    <a:pt x="52" y="91"/>
                  </a:cubicBezTo>
                  <a:cubicBezTo>
                    <a:pt x="52" y="67"/>
                    <a:pt x="51" y="51"/>
                    <a:pt x="50" y="41"/>
                  </a:cubicBezTo>
                  <a:cubicBezTo>
                    <a:pt x="54" y="41"/>
                    <a:pt x="54" y="41"/>
                    <a:pt x="54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6" y="60"/>
                    <a:pt x="71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3" y="30"/>
                    <a:pt x="224" y="26"/>
                  </a:cubicBezTo>
                  <a:cubicBezTo>
                    <a:pt x="225" y="22"/>
                    <a:pt x="226" y="19"/>
                    <a:pt x="228" y="18"/>
                  </a:cubicBezTo>
                  <a:cubicBezTo>
                    <a:pt x="229" y="16"/>
                    <a:pt x="231" y="14"/>
                    <a:pt x="234" y="13"/>
                  </a:cubicBezTo>
                  <a:cubicBezTo>
                    <a:pt x="237" y="12"/>
                    <a:pt x="241" y="10"/>
                    <a:pt x="248" y="9"/>
                  </a:cubicBezTo>
                  <a:cubicBezTo>
                    <a:pt x="248" y="0"/>
                    <a:pt x="248" y="0"/>
                    <a:pt x="24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3" name="Freeform 282"/>
            <p:cNvSpPr>
              <a:spLocks noEditPoints="1"/>
            </p:cNvSpPr>
            <p:nvPr/>
          </p:nvSpPr>
          <p:spPr bwMode="auto">
            <a:xfrm>
              <a:off x="1726038" y="2121525"/>
              <a:ext cx="96380" cy="90280"/>
            </a:xfrm>
            <a:custGeom>
              <a:avLst/>
              <a:gdLst>
                <a:gd name="T0" fmla="*/ 86 w 265"/>
                <a:gd name="T1" fmla="*/ 151 h 247"/>
                <a:gd name="T2" fmla="*/ 135 w 265"/>
                <a:gd name="T3" fmla="*/ 35 h 247"/>
                <a:gd name="T4" fmla="*/ 175 w 265"/>
                <a:gd name="T5" fmla="*/ 151 h 247"/>
                <a:gd name="T6" fmla="*/ 86 w 265"/>
                <a:gd name="T7" fmla="*/ 151 h 247"/>
                <a:gd name="T8" fmla="*/ 160 w 265"/>
                <a:gd name="T9" fmla="*/ 0 h 247"/>
                <a:gd name="T10" fmla="*/ 126 w 265"/>
                <a:gd name="T11" fmla="*/ 0 h 247"/>
                <a:gd name="T12" fmla="*/ 38 w 265"/>
                <a:gd name="T13" fmla="*/ 198 h 247"/>
                <a:gd name="T14" fmla="*/ 21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1 w 265"/>
                <a:gd name="T21" fmla="*/ 247 h 247"/>
                <a:gd name="T22" fmla="*/ 91 w 265"/>
                <a:gd name="T23" fmla="*/ 238 h 247"/>
                <a:gd name="T24" fmla="*/ 71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2 w 265"/>
                <a:gd name="T39" fmla="*/ 205 h 247"/>
                <a:gd name="T40" fmla="*/ 193 w 265"/>
                <a:gd name="T41" fmla="*/ 218 h 247"/>
                <a:gd name="T42" fmla="*/ 191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1 w 265"/>
                <a:gd name="T57" fmla="*/ 221 h 247"/>
                <a:gd name="T58" fmla="*/ 232 w 265"/>
                <a:gd name="T59" fmla="*/ 200 h 247"/>
                <a:gd name="T60" fmla="*/ 160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5" y="35"/>
                    <a:pt x="135" y="35"/>
                    <a:pt x="135" y="35"/>
                  </a:cubicBezTo>
                  <a:cubicBezTo>
                    <a:pt x="175" y="151"/>
                    <a:pt x="175" y="151"/>
                    <a:pt x="175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60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8" y="198"/>
                    <a:pt x="38" y="198"/>
                    <a:pt x="38" y="198"/>
                  </a:cubicBezTo>
                  <a:cubicBezTo>
                    <a:pt x="32" y="211"/>
                    <a:pt x="27" y="220"/>
                    <a:pt x="21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1" y="247"/>
                    <a:pt x="91" y="247"/>
                    <a:pt x="91" y="247"/>
                  </a:cubicBezTo>
                  <a:cubicBezTo>
                    <a:pt x="91" y="238"/>
                    <a:pt x="91" y="238"/>
                    <a:pt x="91" y="238"/>
                  </a:cubicBezTo>
                  <a:cubicBezTo>
                    <a:pt x="82" y="237"/>
                    <a:pt x="75" y="235"/>
                    <a:pt x="71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5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1" y="200"/>
                    <a:pt x="192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3" y="226"/>
                    <a:pt x="191" y="228"/>
                  </a:cubicBezTo>
                  <a:cubicBezTo>
                    <a:pt x="189" y="231"/>
                    <a:pt x="187" y="233"/>
                    <a:pt x="183" y="234"/>
                  </a:cubicBezTo>
                  <a:cubicBezTo>
                    <a:pt x="180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9" y="237"/>
                    <a:pt x="254" y="235"/>
                    <a:pt x="250" y="232"/>
                  </a:cubicBezTo>
                  <a:cubicBezTo>
                    <a:pt x="246" y="230"/>
                    <a:pt x="243" y="226"/>
                    <a:pt x="241" y="221"/>
                  </a:cubicBezTo>
                  <a:cubicBezTo>
                    <a:pt x="238" y="216"/>
                    <a:pt x="235" y="209"/>
                    <a:pt x="232" y="200"/>
                  </a:cubicBezTo>
                  <a:cubicBezTo>
                    <a:pt x="160" y="0"/>
                    <a:pt x="160" y="0"/>
                    <a:pt x="16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4" name="Freeform 283"/>
            <p:cNvSpPr/>
            <p:nvPr/>
          </p:nvSpPr>
          <p:spPr bwMode="auto">
            <a:xfrm>
              <a:off x="18329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1 w 247"/>
                <a:gd name="T3" fmla="*/ 0 h 245"/>
                <a:gd name="T4" fmla="*/ 171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4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4 w 247"/>
                <a:gd name="T33" fmla="*/ 13 h 245"/>
                <a:gd name="T34" fmla="*/ 20 w 247"/>
                <a:gd name="T35" fmla="*/ 18 h 245"/>
                <a:gd name="T36" fmla="*/ 24 w 247"/>
                <a:gd name="T37" fmla="*/ 27 h 245"/>
                <a:gd name="T38" fmla="*/ 25 w 247"/>
                <a:gd name="T39" fmla="*/ 45 h 245"/>
                <a:gd name="T40" fmla="*/ 25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8 w 247"/>
                <a:gd name="T73" fmla="*/ 78 h 245"/>
                <a:gd name="T74" fmla="*/ 196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1" y="0"/>
                    <a:pt x="171" y="0"/>
                    <a:pt x="171" y="0"/>
                  </a:cubicBezTo>
                  <a:cubicBezTo>
                    <a:pt x="171" y="9"/>
                    <a:pt x="171" y="9"/>
                    <a:pt x="171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4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1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8" y="78"/>
                  </a:cubicBezTo>
                  <a:cubicBezTo>
                    <a:pt x="196" y="245"/>
                    <a:pt x="196" y="245"/>
                    <a:pt x="196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6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1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5" name="Freeform 284"/>
            <p:cNvSpPr/>
            <p:nvPr/>
          </p:nvSpPr>
          <p:spPr bwMode="auto">
            <a:xfrm>
              <a:off x="1933436" y="2122744"/>
              <a:ext cx="38226" cy="114679"/>
            </a:xfrm>
            <a:custGeom>
              <a:avLst/>
              <a:gdLst>
                <a:gd name="T0" fmla="*/ 105 w 105"/>
                <a:gd name="T1" fmla="*/ 0 h 314"/>
                <a:gd name="T2" fmla="*/ 16 w 105"/>
                <a:gd name="T3" fmla="*/ 0 h 314"/>
                <a:gd name="T4" fmla="*/ 16 w 105"/>
                <a:gd name="T5" fmla="*/ 9 h 314"/>
                <a:gd name="T6" fmla="*/ 33 w 105"/>
                <a:gd name="T7" fmla="*/ 15 h 314"/>
                <a:gd name="T8" fmla="*/ 39 w 105"/>
                <a:gd name="T9" fmla="*/ 24 h 314"/>
                <a:gd name="T10" fmla="*/ 41 w 105"/>
                <a:gd name="T11" fmla="*/ 45 h 314"/>
                <a:gd name="T12" fmla="*/ 41 w 105"/>
                <a:gd name="T13" fmla="*/ 246 h 314"/>
                <a:gd name="T14" fmla="*/ 38 w 105"/>
                <a:gd name="T15" fmla="*/ 271 h 314"/>
                <a:gd name="T16" fmla="*/ 27 w 105"/>
                <a:gd name="T17" fmla="*/ 286 h 314"/>
                <a:gd name="T18" fmla="*/ 0 w 105"/>
                <a:gd name="T19" fmla="*/ 298 h 314"/>
                <a:gd name="T20" fmla="*/ 7 w 105"/>
                <a:gd name="T21" fmla="*/ 314 h 314"/>
                <a:gd name="T22" fmla="*/ 52 w 105"/>
                <a:gd name="T23" fmla="*/ 296 h 314"/>
                <a:gd name="T24" fmla="*/ 74 w 105"/>
                <a:gd name="T25" fmla="*/ 271 h 314"/>
                <a:gd name="T26" fmla="*/ 81 w 105"/>
                <a:gd name="T27" fmla="*/ 232 h 314"/>
                <a:gd name="T28" fmla="*/ 81 w 105"/>
                <a:gd name="T29" fmla="*/ 45 h 314"/>
                <a:gd name="T30" fmla="*/ 82 w 105"/>
                <a:gd name="T31" fmla="*/ 27 h 314"/>
                <a:gd name="T32" fmla="*/ 86 w 105"/>
                <a:gd name="T33" fmla="*/ 18 h 314"/>
                <a:gd name="T34" fmla="*/ 92 w 105"/>
                <a:gd name="T35" fmla="*/ 13 h 314"/>
                <a:gd name="T36" fmla="*/ 105 w 105"/>
                <a:gd name="T37" fmla="*/ 9 h 314"/>
                <a:gd name="T38" fmla="*/ 105 w 105"/>
                <a:gd name="T39" fmla="*/ 0 h 31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</a:cxnLst>
              <a:rect l="0" t="0" r="r" b="b"/>
              <a:pathLst>
                <a:path w="105" h="314">
                  <a:moveTo>
                    <a:pt x="105" y="0"/>
                  </a:moveTo>
                  <a:cubicBezTo>
                    <a:pt x="16" y="0"/>
                    <a:pt x="16" y="0"/>
                    <a:pt x="16" y="0"/>
                  </a:cubicBezTo>
                  <a:cubicBezTo>
                    <a:pt x="16" y="9"/>
                    <a:pt x="16" y="9"/>
                    <a:pt x="16" y="9"/>
                  </a:cubicBezTo>
                  <a:cubicBezTo>
                    <a:pt x="25" y="11"/>
                    <a:pt x="31" y="13"/>
                    <a:pt x="33" y="15"/>
                  </a:cubicBezTo>
                  <a:cubicBezTo>
                    <a:pt x="36" y="17"/>
                    <a:pt x="38" y="20"/>
                    <a:pt x="39" y="24"/>
                  </a:cubicBezTo>
                  <a:cubicBezTo>
                    <a:pt x="40" y="27"/>
                    <a:pt x="41" y="34"/>
                    <a:pt x="41" y="45"/>
                  </a:cubicBezTo>
                  <a:cubicBezTo>
                    <a:pt x="41" y="246"/>
                    <a:pt x="41" y="246"/>
                    <a:pt x="41" y="246"/>
                  </a:cubicBezTo>
                  <a:cubicBezTo>
                    <a:pt x="41" y="256"/>
                    <a:pt x="40" y="264"/>
                    <a:pt x="38" y="271"/>
                  </a:cubicBezTo>
                  <a:cubicBezTo>
                    <a:pt x="36" y="277"/>
                    <a:pt x="32" y="282"/>
                    <a:pt x="27" y="286"/>
                  </a:cubicBezTo>
                  <a:cubicBezTo>
                    <a:pt x="22" y="290"/>
                    <a:pt x="13" y="294"/>
                    <a:pt x="0" y="298"/>
                  </a:cubicBezTo>
                  <a:cubicBezTo>
                    <a:pt x="7" y="314"/>
                    <a:pt x="7" y="314"/>
                    <a:pt x="7" y="314"/>
                  </a:cubicBezTo>
                  <a:cubicBezTo>
                    <a:pt x="27" y="309"/>
                    <a:pt x="41" y="303"/>
                    <a:pt x="52" y="296"/>
                  </a:cubicBezTo>
                  <a:cubicBezTo>
                    <a:pt x="62" y="290"/>
                    <a:pt x="70" y="281"/>
                    <a:pt x="74" y="271"/>
                  </a:cubicBezTo>
                  <a:cubicBezTo>
                    <a:pt x="78" y="261"/>
                    <a:pt x="81" y="248"/>
                    <a:pt x="81" y="232"/>
                  </a:cubicBezTo>
                  <a:cubicBezTo>
                    <a:pt x="81" y="45"/>
                    <a:pt x="81" y="45"/>
                    <a:pt x="81" y="45"/>
                  </a:cubicBezTo>
                  <a:cubicBezTo>
                    <a:pt x="81" y="37"/>
                    <a:pt x="81" y="31"/>
                    <a:pt x="82" y="27"/>
                  </a:cubicBezTo>
                  <a:cubicBezTo>
                    <a:pt x="83" y="23"/>
                    <a:pt x="84" y="20"/>
                    <a:pt x="86" y="18"/>
                  </a:cubicBezTo>
                  <a:cubicBezTo>
                    <a:pt x="87" y="16"/>
                    <a:pt x="89" y="14"/>
                    <a:pt x="92" y="13"/>
                  </a:cubicBezTo>
                  <a:cubicBezTo>
                    <a:pt x="95" y="12"/>
                    <a:pt x="99" y="10"/>
                    <a:pt x="105" y="9"/>
                  </a:cubicBezTo>
                  <a:cubicBezTo>
                    <a:pt x="105" y="0"/>
                    <a:pt x="105" y="0"/>
                    <a:pt x="10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6" name="Freeform 285"/>
            <p:cNvSpPr/>
            <p:nvPr/>
          </p:nvSpPr>
          <p:spPr bwMode="auto">
            <a:xfrm>
              <a:off x="1989150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4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8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9 w 89"/>
                <a:gd name="T31" fmla="*/ 226 h 244"/>
                <a:gd name="T32" fmla="*/ 66 w 89"/>
                <a:gd name="T33" fmla="*/ 217 h 244"/>
                <a:gd name="T34" fmla="*/ 65 w 89"/>
                <a:gd name="T35" fmla="*/ 199 h 244"/>
                <a:gd name="T36" fmla="*/ 65 w 89"/>
                <a:gd name="T37" fmla="*/ 45 h 244"/>
                <a:gd name="T38" fmla="*/ 66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7" name="Freeform 286"/>
            <p:cNvSpPr/>
            <p:nvPr/>
          </p:nvSpPr>
          <p:spPr bwMode="auto">
            <a:xfrm>
              <a:off x="2040389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4 w 247"/>
                <a:gd name="T23" fmla="*/ 166 h 245"/>
                <a:gd name="T24" fmla="*/ 171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7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2 w 247"/>
                <a:gd name="T65" fmla="*/ 91 h 245"/>
                <a:gd name="T66" fmla="*/ 50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2" y="12"/>
                    <a:pt x="184" y="13"/>
                  </a:cubicBezTo>
                  <a:cubicBezTo>
                    <a:pt x="187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5" y="119"/>
                    <a:pt x="195" y="141"/>
                  </a:cubicBezTo>
                  <a:cubicBezTo>
                    <a:pt x="196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1" y="178"/>
                    <a:pt x="187" y="171"/>
                    <a:pt x="184" y="166"/>
                  </a:cubicBezTo>
                  <a:cubicBezTo>
                    <a:pt x="180" y="161"/>
                    <a:pt x="176" y="155"/>
                    <a:pt x="171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7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3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2" y="91"/>
                  </a:cubicBezTo>
                  <a:cubicBezTo>
                    <a:pt x="51" y="67"/>
                    <a:pt x="50" y="51"/>
                    <a:pt x="50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9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8" name="Freeform 287"/>
            <p:cNvSpPr/>
            <p:nvPr/>
          </p:nvSpPr>
          <p:spPr bwMode="auto">
            <a:xfrm>
              <a:off x="2147749" y="2121525"/>
              <a:ext cx="81740" cy="91499"/>
            </a:xfrm>
            <a:custGeom>
              <a:avLst/>
              <a:gdLst>
                <a:gd name="T0" fmla="*/ 123 w 224"/>
                <a:gd name="T1" fmla="*/ 0 h 250"/>
                <a:gd name="T2" fmla="*/ 58 w 224"/>
                <a:gd name="T3" fmla="*/ 16 h 250"/>
                <a:gd name="T4" fmla="*/ 15 w 224"/>
                <a:gd name="T5" fmla="*/ 60 h 250"/>
                <a:gd name="T6" fmla="*/ 0 w 224"/>
                <a:gd name="T7" fmla="*/ 127 h 250"/>
                <a:gd name="T8" fmla="*/ 28 w 224"/>
                <a:gd name="T9" fmla="*/ 219 h 250"/>
                <a:gd name="T10" fmla="*/ 108 w 224"/>
                <a:gd name="T11" fmla="*/ 250 h 250"/>
                <a:gd name="T12" fmla="*/ 143 w 224"/>
                <a:gd name="T13" fmla="*/ 246 h 250"/>
                <a:gd name="T14" fmla="*/ 172 w 224"/>
                <a:gd name="T15" fmla="*/ 236 h 250"/>
                <a:gd name="T16" fmla="*/ 187 w 224"/>
                <a:gd name="T17" fmla="*/ 250 h 250"/>
                <a:gd name="T18" fmla="*/ 204 w 224"/>
                <a:gd name="T19" fmla="*/ 246 h 250"/>
                <a:gd name="T20" fmla="*/ 204 w 224"/>
                <a:gd name="T21" fmla="*/ 184 h 250"/>
                <a:gd name="T22" fmla="*/ 204 w 224"/>
                <a:gd name="T23" fmla="*/ 167 h 250"/>
                <a:gd name="T24" fmla="*/ 207 w 224"/>
                <a:gd name="T25" fmla="*/ 157 h 250"/>
                <a:gd name="T26" fmla="*/ 213 w 224"/>
                <a:gd name="T27" fmla="*/ 150 h 250"/>
                <a:gd name="T28" fmla="*/ 224 w 224"/>
                <a:gd name="T29" fmla="*/ 145 h 250"/>
                <a:gd name="T30" fmla="*/ 224 w 224"/>
                <a:gd name="T31" fmla="*/ 136 h 250"/>
                <a:gd name="T32" fmla="*/ 139 w 224"/>
                <a:gd name="T33" fmla="*/ 136 h 250"/>
                <a:gd name="T34" fmla="*/ 139 w 224"/>
                <a:gd name="T35" fmla="*/ 145 h 250"/>
                <a:gd name="T36" fmla="*/ 155 w 224"/>
                <a:gd name="T37" fmla="*/ 152 h 250"/>
                <a:gd name="T38" fmla="*/ 163 w 224"/>
                <a:gd name="T39" fmla="*/ 163 h 250"/>
                <a:gd name="T40" fmla="*/ 165 w 224"/>
                <a:gd name="T41" fmla="*/ 186 h 250"/>
                <a:gd name="T42" fmla="*/ 165 w 224"/>
                <a:gd name="T43" fmla="*/ 197 h 250"/>
                <a:gd name="T44" fmla="*/ 153 w 224"/>
                <a:gd name="T45" fmla="*/ 225 h 250"/>
                <a:gd name="T46" fmla="*/ 115 w 224"/>
                <a:gd name="T47" fmla="*/ 234 h 250"/>
                <a:gd name="T48" fmla="*/ 76 w 224"/>
                <a:gd name="T49" fmla="*/ 222 h 250"/>
                <a:gd name="T50" fmla="*/ 52 w 224"/>
                <a:gd name="T51" fmla="*/ 184 h 250"/>
                <a:gd name="T52" fmla="*/ 43 w 224"/>
                <a:gd name="T53" fmla="*/ 124 h 250"/>
                <a:gd name="T54" fmla="*/ 53 w 224"/>
                <a:gd name="T55" fmla="*/ 65 h 250"/>
                <a:gd name="T56" fmla="*/ 80 w 224"/>
                <a:gd name="T57" fmla="*/ 29 h 250"/>
                <a:gd name="T58" fmla="*/ 121 w 224"/>
                <a:gd name="T59" fmla="*/ 16 h 250"/>
                <a:gd name="T60" fmla="*/ 148 w 224"/>
                <a:gd name="T61" fmla="*/ 20 h 250"/>
                <a:gd name="T62" fmla="*/ 167 w 224"/>
                <a:gd name="T63" fmla="*/ 33 h 250"/>
                <a:gd name="T64" fmla="*/ 181 w 224"/>
                <a:gd name="T65" fmla="*/ 58 h 250"/>
                <a:gd name="T66" fmla="*/ 201 w 224"/>
                <a:gd name="T67" fmla="*/ 58 h 250"/>
                <a:gd name="T68" fmla="*/ 201 w 224"/>
                <a:gd name="T69" fmla="*/ 9 h 250"/>
                <a:gd name="T70" fmla="*/ 161 w 224"/>
                <a:gd name="T71" fmla="*/ 2 h 250"/>
                <a:gd name="T72" fmla="*/ 123 w 224"/>
                <a:gd name="T73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24" h="250">
                  <a:moveTo>
                    <a:pt x="123" y="0"/>
                  </a:moveTo>
                  <a:cubicBezTo>
                    <a:pt x="98" y="0"/>
                    <a:pt x="76" y="5"/>
                    <a:pt x="58" y="16"/>
                  </a:cubicBezTo>
                  <a:cubicBezTo>
                    <a:pt x="39" y="26"/>
                    <a:pt x="25" y="41"/>
                    <a:pt x="15" y="60"/>
                  </a:cubicBezTo>
                  <a:cubicBezTo>
                    <a:pt x="5" y="79"/>
                    <a:pt x="0" y="101"/>
                    <a:pt x="0" y="127"/>
                  </a:cubicBezTo>
                  <a:cubicBezTo>
                    <a:pt x="0" y="168"/>
                    <a:pt x="9" y="198"/>
                    <a:pt x="28" y="219"/>
                  </a:cubicBezTo>
                  <a:cubicBezTo>
                    <a:pt x="46" y="240"/>
                    <a:pt x="72" y="250"/>
                    <a:pt x="108" y="250"/>
                  </a:cubicBezTo>
                  <a:cubicBezTo>
                    <a:pt x="121" y="250"/>
                    <a:pt x="133" y="249"/>
                    <a:pt x="143" y="246"/>
                  </a:cubicBezTo>
                  <a:cubicBezTo>
                    <a:pt x="153" y="244"/>
                    <a:pt x="162" y="241"/>
                    <a:pt x="172" y="236"/>
                  </a:cubicBezTo>
                  <a:cubicBezTo>
                    <a:pt x="187" y="250"/>
                    <a:pt x="187" y="250"/>
                    <a:pt x="187" y="250"/>
                  </a:cubicBezTo>
                  <a:cubicBezTo>
                    <a:pt x="204" y="246"/>
                    <a:pt x="204" y="246"/>
                    <a:pt x="204" y="246"/>
                  </a:cubicBezTo>
                  <a:cubicBezTo>
                    <a:pt x="204" y="184"/>
                    <a:pt x="204" y="184"/>
                    <a:pt x="204" y="184"/>
                  </a:cubicBezTo>
                  <a:cubicBezTo>
                    <a:pt x="204" y="177"/>
                    <a:pt x="204" y="171"/>
                    <a:pt x="204" y="167"/>
                  </a:cubicBezTo>
                  <a:cubicBezTo>
                    <a:pt x="205" y="163"/>
                    <a:pt x="206" y="160"/>
                    <a:pt x="207" y="157"/>
                  </a:cubicBezTo>
                  <a:cubicBezTo>
                    <a:pt x="208" y="154"/>
                    <a:pt x="210" y="152"/>
                    <a:pt x="213" y="150"/>
                  </a:cubicBezTo>
                  <a:cubicBezTo>
                    <a:pt x="216" y="148"/>
                    <a:pt x="219" y="147"/>
                    <a:pt x="224" y="145"/>
                  </a:cubicBezTo>
                  <a:cubicBezTo>
                    <a:pt x="224" y="136"/>
                    <a:pt x="224" y="136"/>
                    <a:pt x="224" y="136"/>
                  </a:cubicBezTo>
                  <a:cubicBezTo>
                    <a:pt x="139" y="136"/>
                    <a:pt x="139" y="136"/>
                    <a:pt x="139" y="136"/>
                  </a:cubicBezTo>
                  <a:cubicBezTo>
                    <a:pt x="139" y="145"/>
                    <a:pt x="139" y="145"/>
                    <a:pt x="139" y="145"/>
                  </a:cubicBezTo>
                  <a:cubicBezTo>
                    <a:pt x="146" y="147"/>
                    <a:pt x="152" y="149"/>
                    <a:pt x="155" y="152"/>
                  </a:cubicBezTo>
                  <a:cubicBezTo>
                    <a:pt x="159" y="154"/>
                    <a:pt x="161" y="158"/>
                    <a:pt x="163" y="163"/>
                  </a:cubicBezTo>
                  <a:cubicBezTo>
                    <a:pt x="164" y="167"/>
                    <a:pt x="165" y="175"/>
                    <a:pt x="165" y="186"/>
                  </a:cubicBezTo>
                  <a:cubicBezTo>
                    <a:pt x="165" y="197"/>
                    <a:pt x="165" y="197"/>
                    <a:pt x="165" y="197"/>
                  </a:cubicBezTo>
                  <a:cubicBezTo>
                    <a:pt x="165" y="209"/>
                    <a:pt x="161" y="219"/>
                    <a:pt x="153" y="225"/>
                  </a:cubicBezTo>
                  <a:cubicBezTo>
                    <a:pt x="144" y="231"/>
                    <a:pt x="132" y="234"/>
                    <a:pt x="115" y="234"/>
                  </a:cubicBezTo>
                  <a:cubicBezTo>
                    <a:pt x="100" y="234"/>
                    <a:pt x="87" y="230"/>
                    <a:pt x="76" y="222"/>
                  </a:cubicBezTo>
                  <a:cubicBezTo>
                    <a:pt x="65" y="213"/>
                    <a:pt x="57" y="201"/>
                    <a:pt x="52" y="184"/>
                  </a:cubicBezTo>
                  <a:cubicBezTo>
                    <a:pt x="46" y="168"/>
                    <a:pt x="43" y="148"/>
                    <a:pt x="43" y="124"/>
                  </a:cubicBezTo>
                  <a:cubicBezTo>
                    <a:pt x="43" y="101"/>
                    <a:pt x="47" y="82"/>
                    <a:pt x="53" y="65"/>
                  </a:cubicBezTo>
                  <a:cubicBezTo>
                    <a:pt x="60" y="49"/>
                    <a:pt x="69" y="37"/>
                    <a:pt x="80" y="29"/>
                  </a:cubicBezTo>
                  <a:cubicBezTo>
                    <a:pt x="92" y="20"/>
                    <a:pt x="105" y="16"/>
                    <a:pt x="121" y="16"/>
                  </a:cubicBezTo>
                  <a:cubicBezTo>
                    <a:pt x="132" y="16"/>
                    <a:pt x="141" y="17"/>
                    <a:pt x="148" y="20"/>
                  </a:cubicBezTo>
                  <a:cubicBezTo>
                    <a:pt x="155" y="22"/>
                    <a:pt x="162" y="27"/>
                    <a:pt x="167" y="33"/>
                  </a:cubicBezTo>
                  <a:cubicBezTo>
                    <a:pt x="172" y="39"/>
                    <a:pt x="177" y="47"/>
                    <a:pt x="181" y="58"/>
                  </a:cubicBezTo>
                  <a:cubicBezTo>
                    <a:pt x="201" y="58"/>
                    <a:pt x="201" y="58"/>
                    <a:pt x="201" y="58"/>
                  </a:cubicBezTo>
                  <a:cubicBezTo>
                    <a:pt x="201" y="9"/>
                    <a:pt x="201" y="9"/>
                    <a:pt x="201" y="9"/>
                  </a:cubicBezTo>
                  <a:cubicBezTo>
                    <a:pt x="187" y="6"/>
                    <a:pt x="173" y="3"/>
                    <a:pt x="161" y="2"/>
                  </a:cubicBezTo>
                  <a:cubicBezTo>
                    <a:pt x="149" y="1"/>
                    <a:pt x="136" y="0"/>
                    <a:pt x="12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69" name="Freeform 288"/>
            <p:cNvSpPr/>
            <p:nvPr/>
          </p:nvSpPr>
          <p:spPr bwMode="auto">
            <a:xfrm>
              <a:off x="2291708" y="2122744"/>
              <a:ext cx="110613" cy="89060"/>
            </a:xfrm>
            <a:custGeom>
              <a:avLst/>
              <a:gdLst>
                <a:gd name="T0" fmla="*/ 304 w 304"/>
                <a:gd name="T1" fmla="*/ 0 h 244"/>
                <a:gd name="T2" fmla="*/ 232 w 304"/>
                <a:gd name="T3" fmla="*/ 0 h 244"/>
                <a:gd name="T4" fmla="*/ 150 w 304"/>
                <a:gd name="T5" fmla="*/ 174 h 244"/>
                <a:gd name="T6" fmla="*/ 76 w 304"/>
                <a:gd name="T7" fmla="*/ 0 h 244"/>
                <a:gd name="T8" fmla="*/ 0 w 304"/>
                <a:gd name="T9" fmla="*/ 0 h 244"/>
                <a:gd name="T10" fmla="*/ 0 w 304"/>
                <a:gd name="T11" fmla="*/ 9 h 244"/>
                <a:gd name="T12" fmla="*/ 14 w 304"/>
                <a:gd name="T13" fmla="*/ 13 h 244"/>
                <a:gd name="T14" fmla="*/ 21 w 304"/>
                <a:gd name="T15" fmla="*/ 18 h 244"/>
                <a:gd name="T16" fmla="*/ 24 w 304"/>
                <a:gd name="T17" fmla="*/ 27 h 244"/>
                <a:gd name="T18" fmla="*/ 25 w 304"/>
                <a:gd name="T19" fmla="*/ 45 h 244"/>
                <a:gd name="T20" fmla="*/ 25 w 304"/>
                <a:gd name="T21" fmla="*/ 199 h 244"/>
                <a:gd name="T22" fmla="*/ 24 w 304"/>
                <a:gd name="T23" fmla="*/ 219 h 244"/>
                <a:gd name="T24" fmla="*/ 18 w 304"/>
                <a:gd name="T25" fmla="*/ 229 h 244"/>
                <a:gd name="T26" fmla="*/ 0 w 304"/>
                <a:gd name="T27" fmla="*/ 235 h 244"/>
                <a:gd name="T28" fmla="*/ 0 w 304"/>
                <a:gd name="T29" fmla="*/ 244 h 244"/>
                <a:gd name="T30" fmla="*/ 77 w 304"/>
                <a:gd name="T31" fmla="*/ 244 h 244"/>
                <a:gd name="T32" fmla="*/ 77 w 304"/>
                <a:gd name="T33" fmla="*/ 235 h 244"/>
                <a:gd name="T34" fmla="*/ 64 w 304"/>
                <a:gd name="T35" fmla="*/ 231 h 244"/>
                <a:gd name="T36" fmla="*/ 57 w 304"/>
                <a:gd name="T37" fmla="*/ 226 h 244"/>
                <a:gd name="T38" fmla="*/ 54 w 304"/>
                <a:gd name="T39" fmla="*/ 217 h 244"/>
                <a:gd name="T40" fmla="*/ 53 w 304"/>
                <a:gd name="T41" fmla="*/ 199 h 244"/>
                <a:gd name="T42" fmla="*/ 53 w 304"/>
                <a:gd name="T43" fmla="*/ 134 h 244"/>
                <a:gd name="T44" fmla="*/ 52 w 304"/>
                <a:gd name="T45" fmla="*/ 75 h 244"/>
                <a:gd name="T46" fmla="*/ 50 w 304"/>
                <a:gd name="T47" fmla="*/ 36 h 244"/>
                <a:gd name="T48" fmla="*/ 53 w 304"/>
                <a:gd name="T49" fmla="*/ 36 h 244"/>
                <a:gd name="T50" fmla="*/ 131 w 304"/>
                <a:gd name="T51" fmla="*/ 216 h 244"/>
                <a:gd name="T52" fmla="*/ 156 w 304"/>
                <a:gd name="T53" fmla="*/ 216 h 244"/>
                <a:gd name="T54" fmla="*/ 240 w 304"/>
                <a:gd name="T55" fmla="*/ 39 h 244"/>
                <a:gd name="T56" fmla="*/ 243 w 304"/>
                <a:gd name="T57" fmla="*/ 39 h 244"/>
                <a:gd name="T58" fmla="*/ 241 w 304"/>
                <a:gd name="T59" fmla="*/ 76 h 244"/>
                <a:gd name="T60" fmla="*/ 240 w 304"/>
                <a:gd name="T61" fmla="*/ 131 h 244"/>
                <a:gd name="T62" fmla="*/ 240 w 304"/>
                <a:gd name="T63" fmla="*/ 199 h 244"/>
                <a:gd name="T64" fmla="*/ 239 w 304"/>
                <a:gd name="T65" fmla="*/ 220 h 244"/>
                <a:gd name="T66" fmla="*/ 232 w 304"/>
                <a:gd name="T67" fmla="*/ 230 h 244"/>
                <a:gd name="T68" fmla="*/ 215 w 304"/>
                <a:gd name="T69" fmla="*/ 235 h 244"/>
                <a:gd name="T70" fmla="*/ 215 w 304"/>
                <a:gd name="T71" fmla="*/ 244 h 244"/>
                <a:gd name="T72" fmla="*/ 304 w 304"/>
                <a:gd name="T73" fmla="*/ 244 h 244"/>
                <a:gd name="T74" fmla="*/ 304 w 304"/>
                <a:gd name="T75" fmla="*/ 235 h 244"/>
                <a:gd name="T76" fmla="*/ 289 w 304"/>
                <a:gd name="T77" fmla="*/ 231 h 244"/>
                <a:gd name="T78" fmla="*/ 283 w 304"/>
                <a:gd name="T79" fmla="*/ 226 h 244"/>
                <a:gd name="T80" fmla="*/ 280 w 304"/>
                <a:gd name="T81" fmla="*/ 217 h 244"/>
                <a:gd name="T82" fmla="*/ 279 w 304"/>
                <a:gd name="T83" fmla="*/ 199 h 244"/>
                <a:gd name="T84" fmla="*/ 279 w 304"/>
                <a:gd name="T85" fmla="*/ 45 h 244"/>
                <a:gd name="T86" fmla="*/ 280 w 304"/>
                <a:gd name="T87" fmla="*/ 27 h 244"/>
                <a:gd name="T88" fmla="*/ 284 w 304"/>
                <a:gd name="T89" fmla="*/ 18 h 244"/>
                <a:gd name="T90" fmla="*/ 290 w 304"/>
                <a:gd name="T91" fmla="*/ 13 h 244"/>
                <a:gd name="T92" fmla="*/ 304 w 304"/>
                <a:gd name="T93" fmla="*/ 9 h 244"/>
                <a:gd name="T94" fmla="*/ 304 w 304"/>
                <a:gd name="T9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</a:cxnLst>
              <a:rect l="0" t="0" r="r" b="b"/>
              <a:pathLst>
                <a:path w="304" h="244">
                  <a:moveTo>
                    <a:pt x="304" y="0"/>
                  </a:moveTo>
                  <a:cubicBezTo>
                    <a:pt x="232" y="0"/>
                    <a:pt x="232" y="0"/>
                    <a:pt x="232" y="0"/>
                  </a:cubicBezTo>
                  <a:cubicBezTo>
                    <a:pt x="150" y="174"/>
                    <a:pt x="150" y="174"/>
                    <a:pt x="150" y="174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1" y="234"/>
                    <a:pt x="66" y="232"/>
                    <a:pt x="64" y="231"/>
                  </a:cubicBezTo>
                  <a:cubicBezTo>
                    <a:pt x="61" y="230"/>
                    <a:pt x="58" y="228"/>
                    <a:pt x="57" y="226"/>
                  </a:cubicBezTo>
                  <a:cubicBezTo>
                    <a:pt x="56" y="223"/>
                    <a:pt x="54" y="221"/>
                    <a:pt x="54" y="217"/>
                  </a:cubicBezTo>
                  <a:cubicBezTo>
                    <a:pt x="53" y="213"/>
                    <a:pt x="53" y="207"/>
                    <a:pt x="53" y="199"/>
                  </a:cubicBezTo>
                  <a:cubicBezTo>
                    <a:pt x="53" y="134"/>
                    <a:pt x="53" y="134"/>
                    <a:pt x="53" y="134"/>
                  </a:cubicBezTo>
                  <a:cubicBezTo>
                    <a:pt x="53" y="114"/>
                    <a:pt x="52" y="94"/>
                    <a:pt x="52" y="75"/>
                  </a:cubicBezTo>
                  <a:cubicBezTo>
                    <a:pt x="51" y="56"/>
                    <a:pt x="51" y="43"/>
                    <a:pt x="50" y="36"/>
                  </a:cubicBezTo>
                  <a:cubicBezTo>
                    <a:pt x="53" y="36"/>
                    <a:pt x="53" y="36"/>
                    <a:pt x="53" y="36"/>
                  </a:cubicBezTo>
                  <a:cubicBezTo>
                    <a:pt x="131" y="216"/>
                    <a:pt x="131" y="216"/>
                    <a:pt x="131" y="216"/>
                  </a:cubicBezTo>
                  <a:cubicBezTo>
                    <a:pt x="156" y="216"/>
                    <a:pt x="156" y="216"/>
                    <a:pt x="156" y="216"/>
                  </a:cubicBezTo>
                  <a:cubicBezTo>
                    <a:pt x="240" y="39"/>
                    <a:pt x="240" y="39"/>
                    <a:pt x="240" y="39"/>
                  </a:cubicBezTo>
                  <a:cubicBezTo>
                    <a:pt x="243" y="39"/>
                    <a:pt x="243" y="39"/>
                    <a:pt x="243" y="39"/>
                  </a:cubicBezTo>
                  <a:cubicBezTo>
                    <a:pt x="242" y="45"/>
                    <a:pt x="242" y="58"/>
                    <a:pt x="241" y="76"/>
                  </a:cubicBezTo>
                  <a:cubicBezTo>
                    <a:pt x="240" y="95"/>
                    <a:pt x="240" y="113"/>
                    <a:pt x="240" y="131"/>
                  </a:cubicBezTo>
                  <a:cubicBezTo>
                    <a:pt x="240" y="199"/>
                    <a:pt x="240" y="199"/>
                    <a:pt x="240" y="199"/>
                  </a:cubicBezTo>
                  <a:cubicBezTo>
                    <a:pt x="240" y="209"/>
                    <a:pt x="239" y="216"/>
                    <a:pt x="239" y="220"/>
                  </a:cubicBezTo>
                  <a:cubicBezTo>
                    <a:pt x="237" y="224"/>
                    <a:pt x="235" y="227"/>
                    <a:pt x="232" y="230"/>
                  </a:cubicBezTo>
                  <a:cubicBezTo>
                    <a:pt x="229" y="232"/>
                    <a:pt x="223" y="234"/>
                    <a:pt x="215" y="235"/>
                  </a:cubicBezTo>
                  <a:cubicBezTo>
                    <a:pt x="215" y="244"/>
                    <a:pt x="215" y="244"/>
                    <a:pt x="215" y="244"/>
                  </a:cubicBezTo>
                  <a:cubicBezTo>
                    <a:pt x="304" y="244"/>
                    <a:pt x="304" y="244"/>
                    <a:pt x="304" y="244"/>
                  </a:cubicBezTo>
                  <a:cubicBezTo>
                    <a:pt x="304" y="235"/>
                    <a:pt x="304" y="235"/>
                    <a:pt x="304" y="235"/>
                  </a:cubicBezTo>
                  <a:cubicBezTo>
                    <a:pt x="297" y="234"/>
                    <a:pt x="292" y="232"/>
                    <a:pt x="289" y="231"/>
                  </a:cubicBezTo>
                  <a:cubicBezTo>
                    <a:pt x="287" y="230"/>
                    <a:pt x="284" y="228"/>
                    <a:pt x="283" y="226"/>
                  </a:cubicBezTo>
                  <a:cubicBezTo>
                    <a:pt x="282" y="223"/>
                    <a:pt x="280" y="221"/>
                    <a:pt x="280" y="217"/>
                  </a:cubicBezTo>
                  <a:cubicBezTo>
                    <a:pt x="279" y="213"/>
                    <a:pt x="279" y="207"/>
                    <a:pt x="279" y="199"/>
                  </a:cubicBezTo>
                  <a:cubicBezTo>
                    <a:pt x="279" y="45"/>
                    <a:pt x="279" y="45"/>
                    <a:pt x="279" y="45"/>
                  </a:cubicBezTo>
                  <a:cubicBezTo>
                    <a:pt x="279" y="37"/>
                    <a:pt x="279" y="31"/>
                    <a:pt x="280" y="27"/>
                  </a:cubicBezTo>
                  <a:cubicBezTo>
                    <a:pt x="281" y="23"/>
                    <a:pt x="282" y="20"/>
                    <a:pt x="284" y="18"/>
                  </a:cubicBezTo>
                  <a:cubicBezTo>
                    <a:pt x="285" y="16"/>
                    <a:pt x="287" y="14"/>
                    <a:pt x="290" y="13"/>
                  </a:cubicBezTo>
                  <a:cubicBezTo>
                    <a:pt x="293" y="12"/>
                    <a:pt x="297" y="10"/>
                    <a:pt x="304" y="9"/>
                  </a:cubicBezTo>
                  <a:cubicBezTo>
                    <a:pt x="304" y="0"/>
                    <a:pt x="304" y="0"/>
                    <a:pt x="3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0" name="Freeform 289"/>
            <p:cNvSpPr/>
            <p:nvPr/>
          </p:nvSpPr>
          <p:spPr bwMode="auto">
            <a:xfrm>
              <a:off x="2421027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3 w 200"/>
                <a:gd name="T17" fmla="*/ 219 h 244"/>
                <a:gd name="T18" fmla="*/ 17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2 w 200"/>
                <a:gd name="T31" fmla="*/ 200 h 244"/>
                <a:gd name="T32" fmla="*/ 166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5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6" y="189"/>
                    <a:pt x="174" y="196"/>
                    <a:pt x="172" y="200"/>
                  </a:cubicBezTo>
                  <a:cubicBezTo>
                    <a:pt x="171" y="204"/>
                    <a:pt x="169" y="208"/>
                    <a:pt x="166" y="212"/>
                  </a:cubicBezTo>
                  <a:cubicBezTo>
                    <a:pt x="164" y="216"/>
                    <a:pt x="161" y="219"/>
                    <a:pt x="158" y="222"/>
                  </a:cubicBezTo>
                  <a:cubicBezTo>
                    <a:pt x="155" y="224"/>
                    <a:pt x="151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6" y="125"/>
                    <a:pt x="121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5" y="17"/>
                  </a:cubicBezTo>
                  <a:cubicBezTo>
                    <a:pt x="149" y="18"/>
                    <a:pt x="153" y="19"/>
                    <a:pt x="156" y="21"/>
                  </a:cubicBezTo>
                  <a:cubicBezTo>
                    <a:pt x="159" y="22"/>
                    <a:pt x="161" y="25"/>
                    <a:pt x="164" y="28"/>
                  </a:cubicBezTo>
                  <a:cubicBezTo>
                    <a:pt x="166" y="31"/>
                    <a:pt x="168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1" name="Freeform 290"/>
            <p:cNvSpPr>
              <a:spLocks noEditPoints="1"/>
            </p:cNvSpPr>
            <p:nvPr/>
          </p:nvSpPr>
          <p:spPr bwMode="auto">
            <a:xfrm>
              <a:off x="2511713" y="2122744"/>
              <a:ext cx="86213" cy="89060"/>
            </a:xfrm>
            <a:custGeom>
              <a:avLst/>
              <a:gdLst>
                <a:gd name="T0" fmla="*/ 90 w 237"/>
                <a:gd name="T1" fmla="*/ 228 h 244"/>
                <a:gd name="T2" fmla="*/ 65 w 237"/>
                <a:gd name="T3" fmla="*/ 227 h 244"/>
                <a:gd name="T4" fmla="*/ 65 w 237"/>
                <a:gd name="T5" fmla="*/ 16 h 244"/>
                <a:gd name="T6" fmla="*/ 92 w 237"/>
                <a:gd name="T7" fmla="*/ 16 h 244"/>
                <a:gd name="T8" fmla="*/ 146 w 237"/>
                <a:gd name="T9" fmla="*/ 26 h 244"/>
                <a:gd name="T10" fmla="*/ 181 w 237"/>
                <a:gd name="T11" fmla="*/ 60 h 244"/>
                <a:gd name="T12" fmla="*/ 193 w 237"/>
                <a:gd name="T13" fmla="*/ 120 h 244"/>
                <a:gd name="T14" fmla="*/ 191 w 237"/>
                <a:gd name="T15" fmla="*/ 153 h 244"/>
                <a:gd name="T16" fmla="*/ 182 w 237"/>
                <a:gd name="T17" fmla="*/ 181 h 244"/>
                <a:gd name="T18" fmla="*/ 168 w 237"/>
                <a:gd name="T19" fmla="*/ 203 h 244"/>
                <a:gd name="T20" fmla="*/ 147 w 237"/>
                <a:gd name="T21" fmla="*/ 218 h 244"/>
                <a:gd name="T22" fmla="*/ 122 w 237"/>
                <a:gd name="T23" fmla="*/ 226 h 244"/>
                <a:gd name="T24" fmla="*/ 90 w 237"/>
                <a:gd name="T25" fmla="*/ 228 h 244"/>
                <a:gd name="T26" fmla="*/ 93 w 237"/>
                <a:gd name="T27" fmla="*/ 0 h 244"/>
                <a:gd name="T28" fmla="*/ 0 w 237"/>
                <a:gd name="T29" fmla="*/ 0 h 244"/>
                <a:gd name="T30" fmla="*/ 0 w 237"/>
                <a:gd name="T31" fmla="*/ 9 h 244"/>
                <a:gd name="T32" fmla="*/ 14 w 237"/>
                <a:gd name="T33" fmla="*/ 13 h 244"/>
                <a:gd name="T34" fmla="*/ 21 w 237"/>
                <a:gd name="T35" fmla="*/ 18 h 244"/>
                <a:gd name="T36" fmla="*/ 24 w 237"/>
                <a:gd name="T37" fmla="*/ 27 h 244"/>
                <a:gd name="T38" fmla="*/ 25 w 237"/>
                <a:gd name="T39" fmla="*/ 45 h 244"/>
                <a:gd name="T40" fmla="*/ 25 w 237"/>
                <a:gd name="T41" fmla="*/ 199 h 244"/>
                <a:gd name="T42" fmla="*/ 24 w 237"/>
                <a:gd name="T43" fmla="*/ 217 h 244"/>
                <a:gd name="T44" fmla="*/ 21 w 237"/>
                <a:gd name="T45" fmla="*/ 226 h 244"/>
                <a:gd name="T46" fmla="*/ 14 w 237"/>
                <a:gd name="T47" fmla="*/ 231 h 244"/>
                <a:gd name="T48" fmla="*/ 0 w 237"/>
                <a:gd name="T49" fmla="*/ 235 h 244"/>
                <a:gd name="T50" fmla="*/ 0 w 237"/>
                <a:gd name="T51" fmla="*/ 244 h 244"/>
                <a:gd name="T52" fmla="*/ 77 w 237"/>
                <a:gd name="T53" fmla="*/ 244 h 244"/>
                <a:gd name="T54" fmla="*/ 134 w 237"/>
                <a:gd name="T55" fmla="*/ 241 h 244"/>
                <a:gd name="T56" fmla="*/ 171 w 237"/>
                <a:gd name="T57" fmla="*/ 231 h 244"/>
                <a:gd name="T58" fmla="*/ 205 w 237"/>
                <a:gd name="T59" fmla="*/ 208 h 244"/>
                <a:gd name="T60" fmla="*/ 228 w 237"/>
                <a:gd name="T61" fmla="*/ 170 h 244"/>
                <a:gd name="T62" fmla="*/ 237 w 237"/>
                <a:gd name="T63" fmla="*/ 117 h 244"/>
                <a:gd name="T64" fmla="*/ 228 w 237"/>
                <a:gd name="T65" fmla="*/ 65 h 244"/>
                <a:gd name="T66" fmla="*/ 202 w 237"/>
                <a:gd name="T67" fmla="*/ 29 h 244"/>
                <a:gd name="T68" fmla="*/ 158 w 237"/>
                <a:gd name="T69" fmla="*/ 8 h 244"/>
                <a:gd name="T70" fmla="*/ 93 w 237"/>
                <a:gd name="T7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37" h="244">
                  <a:moveTo>
                    <a:pt x="90" y="228"/>
                  </a:moveTo>
                  <a:cubicBezTo>
                    <a:pt x="79" y="228"/>
                    <a:pt x="70" y="228"/>
                    <a:pt x="65" y="227"/>
                  </a:cubicBezTo>
                  <a:cubicBezTo>
                    <a:pt x="65" y="16"/>
                    <a:pt x="65" y="16"/>
                    <a:pt x="65" y="16"/>
                  </a:cubicBezTo>
                  <a:cubicBezTo>
                    <a:pt x="73" y="16"/>
                    <a:pt x="83" y="16"/>
                    <a:pt x="92" y="16"/>
                  </a:cubicBezTo>
                  <a:cubicBezTo>
                    <a:pt x="113" y="16"/>
                    <a:pt x="131" y="19"/>
                    <a:pt x="146" y="26"/>
                  </a:cubicBezTo>
                  <a:cubicBezTo>
                    <a:pt x="161" y="34"/>
                    <a:pt x="173" y="45"/>
                    <a:pt x="181" y="60"/>
                  </a:cubicBezTo>
                  <a:cubicBezTo>
                    <a:pt x="189" y="76"/>
                    <a:pt x="193" y="96"/>
                    <a:pt x="193" y="120"/>
                  </a:cubicBezTo>
                  <a:cubicBezTo>
                    <a:pt x="193" y="132"/>
                    <a:pt x="192" y="143"/>
                    <a:pt x="191" y="153"/>
                  </a:cubicBezTo>
                  <a:cubicBezTo>
                    <a:pt x="189" y="163"/>
                    <a:pt x="186" y="173"/>
                    <a:pt x="182" y="181"/>
                  </a:cubicBezTo>
                  <a:cubicBezTo>
                    <a:pt x="179" y="189"/>
                    <a:pt x="174" y="196"/>
                    <a:pt x="168" y="203"/>
                  </a:cubicBezTo>
                  <a:cubicBezTo>
                    <a:pt x="162" y="209"/>
                    <a:pt x="155" y="214"/>
                    <a:pt x="147" y="218"/>
                  </a:cubicBezTo>
                  <a:cubicBezTo>
                    <a:pt x="139" y="221"/>
                    <a:pt x="131" y="224"/>
                    <a:pt x="122" y="226"/>
                  </a:cubicBezTo>
                  <a:cubicBezTo>
                    <a:pt x="112" y="227"/>
                    <a:pt x="102" y="228"/>
                    <a:pt x="90" y="228"/>
                  </a:cubicBezTo>
                  <a:moveTo>
                    <a:pt x="93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0"/>
                    <a:pt x="25" y="36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4"/>
                    <a:pt x="24" y="217"/>
                  </a:cubicBezTo>
                  <a:cubicBezTo>
                    <a:pt x="23" y="221"/>
                    <a:pt x="22" y="224"/>
                    <a:pt x="21" y="226"/>
                  </a:cubicBezTo>
                  <a:cubicBezTo>
                    <a:pt x="19" y="228"/>
                    <a:pt x="17" y="230"/>
                    <a:pt x="14" y="231"/>
                  </a:cubicBezTo>
                  <a:cubicBezTo>
                    <a:pt x="11" y="233"/>
                    <a:pt x="7" y="234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100" y="244"/>
                    <a:pt x="119" y="243"/>
                    <a:pt x="134" y="241"/>
                  </a:cubicBezTo>
                  <a:cubicBezTo>
                    <a:pt x="148" y="239"/>
                    <a:pt x="160" y="236"/>
                    <a:pt x="171" y="231"/>
                  </a:cubicBezTo>
                  <a:cubicBezTo>
                    <a:pt x="185" y="225"/>
                    <a:pt x="195" y="218"/>
                    <a:pt x="205" y="208"/>
                  </a:cubicBezTo>
                  <a:cubicBezTo>
                    <a:pt x="215" y="198"/>
                    <a:pt x="223" y="185"/>
                    <a:pt x="228" y="170"/>
                  </a:cubicBezTo>
                  <a:cubicBezTo>
                    <a:pt x="234" y="155"/>
                    <a:pt x="237" y="137"/>
                    <a:pt x="237" y="117"/>
                  </a:cubicBezTo>
                  <a:cubicBezTo>
                    <a:pt x="237" y="97"/>
                    <a:pt x="234" y="80"/>
                    <a:pt x="228" y="65"/>
                  </a:cubicBezTo>
                  <a:cubicBezTo>
                    <a:pt x="222" y="51"/>
                    <a:pt x="213" y="39"/>
                    <a:pt x="202" y="29"/>
                  </a:cubicBezTo>
                  <a:cubicBezTo>
                    <a:pt x="190" y="20"/>
                    <a:pt x="175" y="13"/>
                    <a:pt x="158" y="8"/>
                  </a:cubicBezTo>
                  <a:cubicBezTo>
                    <a:pt x="141" y="3"/>
                    <a:pt x="120" y="0"/>
                    <a:pt x="93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2" name="Freeform 291"/>
            <p:cNvSpPr/>
            <p:nvPr/>
          </p:nvSpPr>
          <p:spPr bwMode="auto">
            <a:xfrm>
              <a:off x="2616632" y="2122744"/>
              <a:ext cx="32533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3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4 w 89"/>
                <a:gd name="T13" fmla="*/ 45 h 244"/>
                <a:gd name="T14" fmla="*/ 24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5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2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2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4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4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5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3" name="Freeform 292"/>
            <p:cNvSpPr/>
            <p:nvPr/>
          </p:nvSpPr>
          <p:spPr bwMode="auto">
            <a:xfrm>
              <a:off x="2667466" y="2121525"/>
              <a:ext cx="71167" cy="91499"/>
            </a:xfrm>
            <a:custGeom>
              <a:avLst/>
              <a:gdLst>
                <a:gd name="T0" fmla="*/ 122 w 195"/>
                <a:gd name="T1" fmla="*/ 0 h 250"/>
                <a:gd name="T2" fmla="*/ 56 w 195"/>
                <a:gd name="T3" fmla="*/ 16 h 250"/>
                <a:gd name="T4" fmla="*/ 14 w 195"/>
                <a:gd name="T5" fmla="*/ 60 h 250"/>
                <a:gd name="T6" fmla="*/ 0 w 195"/>
                <a:gd name="T7" fmla="*/ 128 h 250"/>
                <a:gd name="T8" fmla="*/ 27 w 195"/>
                <a:gd name="T9" fmla="*/ 219 h 250"/>
                <a:gd name="T10" fmla="*/ 109 w 195"/>
                <a:gd name="T11" fmla="*/ 250 h 250"/>
                <a:gd name="T12" fmla="*/ 155 w 195"/>
                <a:gd name="T13" fmla="*/ 248 h 250"/>
                <a:gd name="T14" fmla="*/ 195 w 195"/>
                <a:gd name="T15" fmla="*/ 241 h 250"/>
                <a:gd name="T16" fmla="*/ 195 w 195"/>
                <a:gd name="T17" fmla="*/ 190 h 250"/>
                <a:gd name="T18" fmla="*/ 174 w 195"/>
                <a:gd name="T19" fmla="*/ 190 h 250"/>
                <a:gd name="T20" fmla="*/ 160 w 195"/>
                <a:gd name="T21" fmla="*/ 217 h 250"/>
                <a:gd name="T22" fmla="*/ 141 w 195"/>
                <a:gd name="T23" fmla="*/ 230 h 250"/>
                <a:gd name="T24" fmla="*/ 113 w 195"/>
                <a:gd name="T25" fmla="*/ 234 h 250"/>
                <a:gd name="T26" fmla="*/ 74 w 195"/>
                <a:gd name="T27" fmla="*/ 222 h 250"/>
                <a:gd name="T28" fmla="*/ 51 w 195"/>
                <a:gd name="T29" fmla="*/ 184 h 250"/>
                <a:gd name="T30" fmla="*/ 42 w 195"/>
                <a:gd name="T31" fmla="*/ 124 h 250"/>
                <a:gd name="T32" fmla="*/ 52 w 195"/>
                <a:gd name="T33" fmla="*/ 65 h 250"/>
                <a:gd name="T34" fmla="*/ 79 w 195"/>
                <a:gd name="T35" fmla="*/ 28 h 250"/>
                <a:gd name="T36" fmla="*/ 118 w 195"/>
                <a:gd name="T37" fmla="*/ 16 h 250"/>
                <a:gd name="T38" fmla="*/ 143 w 195"/>
                <a:gd name="T39" fmla="*/ 20 h 250"/>
                <a:gd name="T40" fmla="*/ 161 w 195"/>
                <a:gd name="T41" fmla="*/ 33 h 250"/>
                <a:gd name="T42" fmla="*/ 174 w 195"/>
                <a:gd name="T43" fmla="*/ 58 h 250"/>
                <a:gd name="T44" fmla="*/ 195 w 195"/>
                <a:gd name="T45" fmla="*/ 58 h 250"/>
                <a:gd name="T46" fmla="*/ 195 w 195"/>
                <a:gd name="T47" fmla="*/ 8 h 250"/>
                <a:gd name="T48" fmla="*/ 158 w 195"/>
                <a:gd name="T49" fmla="*/ 2 h 250"/>
                <a:gd name="T50" fmla="*/ 122 w 195"/>
                <a:gd name="T51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195" h="250">
                  <a:moveTo>
                    <a:pt x="122" y="0"/>
                  </a:moveTo>
                  <a:cubicBezTo>
                    <a:pt x="97" y="0"/>
                    <a:pt x="75" y="6"/>
                    <a:pt x="56" y="16"/>
                  </a:cubicBezTo>
                  <a:cubicBezTo>
                    <a:pt x="37" y="27"/>
                    <a:pt x="23" y="41"/>
                    <a:pt x="14" y="60"/>
                  </a:cubicBezTo>
                  <a:cubicBezTo>
                    <a:pt x="4" y="80"/>
                    <a:pt x="0" y="102"/>
                    <a:pt x="0" y="128"/>
                  </a:cubicBezTo>
                  <a:cubicBezTo>
                    <a:pt x="0" y="168"/>
                    <a:pt x="9" y="199"/>
                    <a:pt x="27" y="219"/>
                  </a:cubicBezTo>
                  <a:cubicBezTo>
                    <a:pt x="45" y="240"/>
                    <a:pt x="73" y="250"/>
                    <a:pt x="109" y="250"/>
                  </a:cubicBezTo>
                  <a:cubicBezTo>
                    <a:pt x="125" y="250"/>
                    <a:pt x="140" y="249"/>
                    <a:pt x="155" y="248"/>
                  </a:cubicBezTo>
                  <a:cubicBezTo>
                    <a:pt x="168" y="246"/>
                    <a:pt x="182" y="244"/>
                    <a:pt x="195" y="241"/>
                  </a:cubicBezTo>
                  <a:cubicBezTo>
                    <a:pt x="195" y="190"/>
                    <a:pt x="195" y="190"/>
                    <a:pt x="195" y="190"/>
                  </a:cubicBezTo>
                  <a:cubicBezTo>
                    <a:pt x="174" y="190"/>
                    <a:pt x="174" y="190"/>
                    <a:pt x="174" y="190"/>
                  </a:cubicBezTo>
                  <a:cubicBezTo>
                    <a:pt x="170" y="202"/>
                    <a:pt x="165" y="211"/>
                    <a:pt x="160" y="217"/>
                  </a:cubicBezTo>
                  <a:cubicBezTo>
                    <a:pt x="155" y="223"/>
                    <a:pt x="149" y="227"/>
                    <a:pt x="141" y="230"/>
                  </a:cubicBezTo>
                  <a:cubicBezTo>
                    <a:pt x="134" y="233"/>
                    <a:pt x="124" y="234"/>
                    <a:pt x="113" y="234"/>
                  </a:cubicBezTo>
                  <a:cubicBezTo>
                    <a:pt x="98" y="234"/>
                    <a:pt x="85" y="230"/>
                    <a:pt x="74" y="222"/>
                  </a:cubicBezTo>
                  <a:cubicBezTo>
                    <a:pt x="64" y="213"/>
                    <a:pt x="56" y="201"/>
                    <a:pt x="51" y="184"/>
                  </a:cubicBezTo>
                  <a:cubicBezTo>
                    <a:pt x="45" y="168"/>
                    <a:pt x="42" y="148"/>
                    <a:pt x="42" y="124"/>
                  </a:cubicBezTo>
                  <a:cubicBezTo>
                    <a:pt x="42" y="101"/>
                    <a:pt x="46" y="81"/>
                    <a:pt x="52" y="65"/>
                  </a:cubicBezTo>
                  <a:cubicBezTo>
                    <a:pt x="59" y="49"/>
                    <a:pt x="68" y="36"/>
                    <a:pt x="79" y="28"/>
                  </a:cubicBezTo>
                  <a:cubicBezTo>
                    <a:pt x="90" y="20"/>
                    <a:pt x="104" y="16"/>
                    <a:pt x="118" y="16"/>
                  </a:cubicBezTo>
                  <a:cubicBezTo>
                    <a:pt x="128" y="16"/>
                    <a:pt x="136" y="17"/>
                    <a:pt x="143" y="20"/>
                  </a:cubicBezTo>
                  <a:cubicBezTo>
                    <a:pt x="150" y="23"/>
                    <a:pt x="156" y="27"/>
                    <a:pt x="161" y="33"/>
                  </a:cubicBezTo>
                  <a:cubicBezTo>
                    <a:pt x="166" y="39"/>
                    <a:pt x="171" y="47"/>
                    <a:pt x="174" y="58"/>
                  </a:cubicBezTo>
                  <a:cubicBezTo>
                    <a:pt x="195" y="58"/>
                    <a:pt x="195" y="58"/>
                    <a:pt x="195" y="58"/>
                  </a:cubicBezTo>
                  <a:cubicBezTo>
                    <a:pt x="195" y="8"/>
                    <a:pt x="195" y="8"/>
                    <a:pt x="195" y="8"/>
                  </a:cubicBezTo>
                  <a:cubicBezTo>
                    <a:pt x="181" y="5"/>
                    <a:pt x="169" y="3"/>
                    <a:pt x="158" y="2"/>
                  </a:cubicBezTo>
                  <a:cubicBezTo>
                    <a:pt x="147" y="1"/>
                    <a:pt x="135" y="0"/>
                    <a:pt x="122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4" name="Freeform 293"/>
            <p:cNvSpPr>
              <a:spLocks noEditPoints="1"/>
            </p:cNvSpPr>
            <p:nvPr/>
          </p:nvSpPr>
          <p:spPr bwMode="auto">
            <a:xfrm>
              <a:off x="2747579" y="2121525"/>
              <a:ext cx="96786" cy="90280"/>
            </a:xfrm>
            <a:custGeom>
              <a:avLst/>
              <a:gdLst>
                <a:gd name="T0" fmla="*/ 86 w 265"/>
                <a:gd name="T1" fmla="*/ 151 h 247"/>
                <a:gd name="T2" fmla="*/ 134 w 265"/>
                <a:gd name="T3" fmla="*/ 35 h 247"/>
                <a:gd name="T4" fmla="*/ 174 w 265"/>
                <a:gd name="T5" fmla="*/ 151 h 247"/>
                <a:gd name="T6" fmla="*/ 86 w 265"/>
                <a:gd name="T7" fmla="*/ 151 h 247"/>
                <a:gd name="T8" fmla="*/ 159 w 265"/>
                <a:gd name="T9" fmla="*/ 0 h 247"/>
                <a:gd name="T10" fmla="*/ 126 w 265"/>
                <a:gd name="T11" fmla="*/ 0 h 247"/>
                <a:gd name="T12" fmla="*/ 37 w 265"/>
                <a:gd name="T13" fmla="*/ 198 h 247"/>
                <a:gd name="T14" fmla="*/ 20 w 265"/>
                <a:gd name="T15" fmla="*/ 227 h 247"/>
                <a:gd name="T16" fmla="*/ 0 w 265"/>
                <a:gd name="T17" fmla="*/ 238 h 247"/>
                <a:gd name="T18" fmla="*/ 0 w 265"/>
                <a:gd name="T19" fmla="*/ 247 h 247"/>
                <a:gd name="T20" fmla="*/ 90 w 265"/>
                <a:gd name="T21" fmla="*/ 247 h 247"/>
                <a:gd name="T22" fmla="*/ 90 w 265"/>
                <a:gd name="T23" fmla="*/ 238 h 247"/>
                <a:gd name="T24" fmla="*/ 70 w 265"/>
                <a:gd name="T25" fmla="*/ 232 h 247"/>
                <a:gd name="T26" fmla="*/ 64 w 265"/>
                <a:gd name="T27" fmla="*/ 216 h 247"/>
                <a:gd name="T28" fmla="*/ 66 w 265"/>
                <a:gd name="T29" fmla="*/ 204 h 247"/>
                <a:gd name="T30" fmla="*/ 73 w 265"/>
                <a:gd name="T31" fmla="*/ 184 h 247"/>
                <a:gd name="T32" fmla="*/ 80 w 265"/>
                <a:gd name="T33" fmla="*/ 166 h 247"/>
                <a:gd name="T34" fmla="*/ 179 w 265"/>
                <a:gd name="T35" fmla="*/ 166 h 247"/>
                <a:gd name="T36" fmla="*/ 187 w 265"/>
                <a:gd name="T37" fmla="*/ 189 h 247"/>
                <a:gd name="T38" fmla="*/ 191 w 265"/>
                <a:gd name="T39" fmla="*/ 205 h 247"/>
                <a:gd name="T40" fmla="*/ 193 w 265"/>
                <a:gd name="T41" fmla="*/ 218 h 247"/>
                <a:gd name="T42" fmla="*/ 190 w 265"/>
                <a:gd name="T43" fmla="*/ 228 h 247"/>
                <a:gd name="T44" fmla="*/ 183 w 265"/>
                <a:gd name="T45" fmla="*/ 234 h 247"/>
                <a:gd name="T46" fmla="*/ 167 w 265"/>
                <a:gd name="T47" fmla="*/ 238 h 247"/>
                <a:gd name="T48" fmla="*/ 167 w 265"/>
                <a:gd name="T49" fmla="*/ 247 h 247"/>
                <a:gd name="T50" fmla="*/ 265 w 265"/>
                <a:gd name="T51" fmla="*/ 247 h 247"/>
                <a:gd name="T52" fmla="*/ 265 w 265"/>
                <a:gd name="T53" fmla="*/ 238 h 247"/>
                <a:gd name="T54" fmla="*/ 250 w 265"/>
                <a:gd name="T55" fmla="*/ 232 h 247"/>
                <a:gd name="T56" fmla="*/ 240 w 265"/>
                <a:gd name="T57" fmla="*/ 221 h 247"/>
                <a:gd name="T58" fmla="*/ 231 w 265"/>
                <a:gd name="T59" fmla="*/ 200 h 247"/>
                <a:gd name="T60" fmla="*/ 159 w 265"/>
                <a:gd name="T6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</a:cxnLst>
              <a:rect l="0" t="0" r="r" b="b"/>
              <a:pathLst>
                <a:path w="265" h="247">
                  <a:moveTo>
                    <a:pt x="86" y="151"/>
                  </a:moveTo>
                  <a:cubicBezTo>
                    <a:pt x="134" y="35"/>
                    <a:pt x="134" y="35"/>
                    <a:pt x="134" y="35"/>
                  </a:cubicBezTo>
                  <a:cubicBezTo>
                    <a:pt x="174" y="151"/>
                    <a:pt x="174" y="151"/>
                    <a:pt x="174" y="151"/>
                  </a:cubicBezTo>
                  <a:cubicBezTo>
                    <a:pt x="86" y="151"/>
                    <a:pt x="86" y="151"/>
                    <a:pt x="86" y="151"/>
                  </a:cubicBezTo>
                  <a:moveTo>
                    <a:pt x="159" y="0"/>
                  </a:moveTo>
                  <a:cubicBezTo>
                    <a:pt x="126" y="0"/>
                    <a:pt x="126" y="0"/>
                    <a:pt x="126" y="0"/>
                  </a:cubicBezTo>
                  <a:cubicBezTo>
                    <a:pt x="37" y="198"/>
                    <a:pt x="37" y="198"/>
                    <a:pt x="37" y="198"/>
                  </a:cubicBezTo>
                  <a:cubicBezTo>
                    <a:pt x="32" y="211"/>
                    <a:pt x="26" y="220"/>
                    <a:pt x="20" y="227"/>
                  </a:cubicBezTo>
                  <a:cubicBezTo>
                    <a:pt x="15" y="233"/>
                    <a:pt x="8" y="237"/>
                    <a:pt x="0" y="238"/>
                  </a:cubicBezTo>
                  <a:cubicBezTo>
                    <a:pt x="0" y="247"/>
                    <a:pt x="0" y="247"/>
                    <a:pt x="0" y="247"/>
                  </a:cubicBezTo>
                  <a:cubicBezTo>
                    <a:pt x="90" y="247"/>
                    <a:pt x="90" y="247"/>
                    <a:pt x="90" y="247"/>
                  </a:cubicBezTo>
                  <a:cubicBezTo>
                    <a:pt x="90" y="238"/>
                    <a:pt x="90" y="238"/>
                    <a:pt x="90" y="238"/>
                  </a:cubicBezTo>
                  <a:cubicBezTo>
                    <a:pt x="81" y="237"/>
                    <a:pt x="75" y="235"/>
                    <a:pt x="70" y="232"/>
                  </a:cubicBezTo>
                  <a:cubicBezTo>
                    <a:pt x="66" y="228"/>
                    <a:pt x="64" y="223"/>
                    <a:pt x="64" y="216"/>
                  </a:cubicBezTo>
                  <a:cubicBezTo>
                    <a:pt x="64" y="212"/>
                    <a:pt x="64" y="208"/>
                    <a:pt x="66" y="204"/>
                  </a:cubicBezTo>
                  <a:cubicBezTo>
                    <a:pt x="67" y="199"/>
                    <a:pt x="69" y="192"/>
                    <a:pt x="73" y="184"/>
                  </a:cubicBezTo>
                  <a:cubicBezTo>
                    <a:pt x="80" y="166"/>
                    <a:pt x="80" y="166"/>
                    <a:pt x="80" y="166"/>
                  </a:cubicBezTo>
                  <a:cubicBezTo>
                    <a:pt x="179" y="166"/>
                    <a:pt x="179" y="166"/>
                    <a:pt x="179" y="166"/>
                  </a:cubicBezTo>
                  <a:cubicBezTo>
                    <a:pt x="187" y="189"/>
                    <a:pt x="187" y="189"/>
                    <a:pt x="187" y="189"/>
                  </a:cubicBezTo>
                  <a:cubicBezTo>
                    <a:pt x="189" y="195"/>
                    <a:pt x="190" y="200"/>
                    <a:pt x="191" y="205"/>
                  </a:cubicBezTo>
                  <a:cubicBezTo>
                    <a:pt x="193" y="210"/>
                    <a:pt x="193" y="214"/>
                    <a:pt x="193" y="218"/>
                  </a:cubicBezTo>
                  <a:cubicBezTo>
                    <a:pt x="193" y="222"/>
                    <a:pt x="192" y="226"/>
                    <a:pt x="190" y="228"/>
                  </a:cubicBezTo>
                  <a:cubicBezTo>
                    <a:pt x="189" y="231"/>
                    <a:pt x="186" y="233"/>
                    <a:pt x="183" y="234"/>
                  </a:cubicBezTo>
                  <a:cubicBezTo>
                    <a:pt x="179" y="236"/>
                    <a:pt x="174" y="237"/>
                    <a:pt x="167" y="238"/>
                  </a:cubicBezTo>
                  <a:cubicBezTo>
                    <a:pt x="167" y="247"/>
                    <a:pt x="167" y="247"/>
                    <a:pt x="167" y="247"/>
                  </a:cubicBezTo>
                  <a:cubicBezTo>
                    <a:pt x="265" y="247"/>
                    <a:pt x="265" y="247"/>
                    <a:pt x="265" y="247"/>
                  </a:cubicBezTo>
                  <a:cubicBezTo>
                    <a:pt x="265" y="238"/>
                    <a:pt x="265" y="238"/>
                    <a:pt x="265" y="238"/>
                  </a:cubicBezTo>
                  <a:cubicBezTo>
                    <a:pt x="258" y="237"/>
                    <a:pt x="253" y="235"/>
                    <a:pt x="250" y="232"/>
                  </a:cubicBezTo>
                  <a:cubicBezTo>
                    <a:pt x="246" y="230"/>
                    <a:pt x="243" y="226"/>
                    <a:pt x="240" y="221"/>
                  </a:cubicBezTo>
                  <a:cubicBezTo>
                    <a:pt x="238" y="216"/>
                    <a:pt x="235" y="209"/>
                    <a:pt x="231" y="200"/>
                  </a:cubicBezTo>
                  <a:cubicBezTo>
                    <a:pt x="159" y="0"/>
                    <a:pt x="159" y="0"/>
                    <a:pt x="15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5" name="Freeform 294"/>
            <p:cNvSpPr/>
            <p:nvPr/>
          </p:nvSpPr>
          <p:spPr bwMode="auto">
            <a:xfrm>
              <a:off x="2854939" y="2122744"/>
              <a:ext cx="70760" cy="89060"/>
            </a:xfrm>
            <a:custGeom>
              <a:avLst/>
              <a:gdLst>
                <a:gd name="T0" fmla="*/ 90 w 195"/>
                <a:gd name="T1" fmla="*/ 0 h 244"/>
                <a:gd name="T2" fmla="*/ 0 w 195"/>
                <a:gd name="T3" fmla="*/ 0 h 244"/>
                <a:gd name="T4" fmla="*/ 0 w 195"/>
                <a:gd name="T5" fmla="*/ 9 h 244"/>
                <a:gd name="T6" fmla="*/ 14 w 195"/>
                <a:gd name="T7" fmla="*/ 13 h 244"/>
                <a:gd name="T8" fmla="*/ 21 w 195"/>
                <a:gd name="T9" fmla="*/ 18 h 244"/>
                <a:gd name="T10" fmla="*/ 24 w 195"/>
                <a:gd name="T11" fmla="*/ 27 h 244"/>
                <a:gd name="T12" fmla="*/ 25 w 195"/>
                <a:gd name="T13" fmla="*/ 45 h 244"/>
                <a:gd name="T14" fmla="*/ 25 w 195"/>
                <a:gd name="T15" fmla="*/ 199 h 244"/>
                <a:gd name="T16" fmla="*/ 24 w 195"/>
                <a:gd name="T17" fmla="*/ 219 h 244"/>
                <a:gd name="T18" fmla="*/ 18 w 195"/>
                <a:gd name="T19" fmla="*/ 229 h 244"/>
                <a:gd name="T20" fmla="*/ 0 w 195"/>
                <a:gd name="T21" fmla="*/ 235 h 244"/>
                <a:gd name="T22" fmla="*/ 0 w 195"/>
                <a:gd name="T23" fmla="*/ 244 h 244"/>
                <a:gd name="T24" fmla="*/ 191 w 195"/>
                <a:gd name="T25" fmla="*/ 244 h 244"/>
                <a:gd name="T26" fmla="*/ 195 w 195"/>
                <a:gd name="T27" fmla="*/ 172 h 244"/>
                <a:gd name="T28" fmla="*/ 174 w 195"/>
                <a:gd name="T29" fmla="*/ 172 h 244"/>
                <a:gd name="T30" fmla="*/ 167 w 195"/>
                <a:gd name="T31" fmla="*/ 197 h 244"/>
                <a:gd name="T32" fmla="*/ 160 w 195"/>
                <a:gd name="T33" fmla="*/ 210 h 244"/>
                <a:gd name="T34" fmla="*/ 154 w 195"/>
                <a:gd name="T35" fmla="*/ 219 h 244"/>
                <a:gd name="T36" fmla="*/ 146 w 195"/>
                <a:gd name="T37" fmla="*/ 224 h 244"/>
                <a:gd name="T38" fmla="*/ 135 w 195"/>
                <a:gd name="T39" fmla="*/ 227 h 244"/>
                <a:gd name="T40" fmla="*/ 120 w 195"/>
                <a:gd name="T41" fmla="*/ 228 h 244"/>
                <a:gd name="T42" fmla="*/ 65 w 195"/>
                <a:gd name="T43" fmla="*/ 228 h 244"/>
                <a:gd name="T44" fmla="*/ 65 w 195"/>
                <a:gd name="T45" fmla="*/ 45 h 244"/>
                <a:gd name="T46" fmla="*/ 66 w 195"/>
                <a:gd name="T47" fmla="*/ 26 h 244"/>
                <a:gd name="T48" fmla="*/ 70 w 195"/>
                <a:gd name="T49" fmla="*/ 17 h 244"/>
                <a:gd name="T50" fmla="*/ 76 w 195"/>
                <a:gd name="T51" fmla="*/ 13 h 244"/>
                <a:gd name="T52" fmla="*/ 90 w 195"/>
                <a:gd name="T53" fmla="*/ 9 h 244"/>
                <a:gd name="T54" fmla="*/ 90 w 195"/>
                <a:gd name="T55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195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1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1" y="244"/>
                    <a:pt x="191" y="244"/>
                    <a:pt x="191" y="244"/>
                  </a:cubicBezTo>
                  <a:cubicBezTo>
                    <a:pt x="195" y="172"/>
                    <a:pt x="195" y="172"/>
                    <a:pt x="195" y="172"/>
                  </a:cubicBezTo>
                  <a:cubicBezTo>
                    <a:pt x="174" y="172"/>
                    <a:pt x="174" y="172"/>
                    <a:pt x="174" y="172"/>
                  </a:cubicBezTo>
                  <a:cubicBezTo>
                    <a:pt x="171" y="183"/>
                    <a:pt x="169" y="191"/>
                    <a:pt x="167" y="197"/>
                  </a:cubicBezTo>
                  <a:cubicBezTo>
                    <a:pt x="165" y="202"/>
                    <a:pt x="163" y="207"/>
                    <a:pt x="160" y="210"/>
                  </a:cubicBezTo>
                  <a:cubicBezTo>
                    <a:pt x="159" y="214"/>
                    <a:pt x="156" y="217"/>
                    <a:pt x="154" y="219"/>
                  </a:cubicBezTo>
                  <a:cubicBezTo>
                    <a:pt x="152" y="221"/>
                    <a:pt x="149" y="223"/>
                    <a:pt x="146" y="224"/>
                  </a:cubicBezTo>
                  <a:cubicBezTo>
                    <a:pt x="143" y="225"/>
                    <a:pt x="140" y="226"/>
                    <a:pt x="135" y="227"/>
                  </a:cubicBezTo>
                  <a:cubicBezTo>
                    <a:pt x="131" y="227"/>
                    <a:pt x="126" y="228"/>
                    <a:pt x="120" y="228"/>
                  </a:cubicBezTo>
                  <a:cubicBezTo>
                    <a:pt x="65" y="228"/>
                    <a:pt x="65" y="228"/>
                    <a:pt x="65" y="228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6"/>
                    <a:pt x="65" y="30"/>
                    <a:pt x="66" y="26"/>
                  </a:cubicBezTo>
                  <a:cubicBezTo>
                    <a:pt x="67" y="22"/>
                    <a:pt x="68" y="19"/>
                    <a:pt x="70" y="17"/>
                  </a:cubicBezTo>
                  <a:cubicBezTo>
                    <a:pt x="72" y="15"/>
                    <a:pt x="74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6" name="Freeform 295"/>
            <p:cNvSpPr/>
            <p:nvPr/>
          </p:nvSpPr>
          <p:spPr bwMode="auto">
            <a:xfrm>
              <a:off x="2984663" y="2122744"/>
              <a:ext cx="89060" cy="90280"/>
            </a:xfrm>
            <a:custGeom>
              <a:avLst/>
              <a:gdLst>
                <a:gd name="T0" fmla="*/ 244 w 244"/>
                <a:gd name="T1" fmla="*/ 0 h 247"/>
                <a:gd name="T2" fmla="*/ 159 w 244"/>
                <a:gd name="T3" fmla="*/ 0 h 247"/>
                <a:gd name="T4" fmla="*/ 159 w 244"/>
                <a:gd name="T5" fmla="*/ 9 h 247"/>
                <a:gd name="T6" fmla="*/ 176 w 244"/>
                <a:gd name="T7" fmla="*/ 15 h 247"/>
                <a:gd name="T8" fmla="*/ 182 w 244"/>
                <a:gd name="T9" fmla="*/ 24 h 247"/>
                <a:gd name="T10" fmla="*/ 184 w 244"/>
                <a:gd name="T11" fmla="*/ 45 h 247"/>
                <a:gd name="T12" fmla="*/ 184 w 244"/>
                <a:gd name="T13" fmla="*/ 157 h 247"/>
                <a:gd name="T14" fmla="*/ 181 w 244"/>
                <a:gd name="T15" fmla="*/ 191 h 247"/>
                <a:gd name="T16" fmla="*/ 171 w 244"/>
                <a:gd name="T17" fmla="*/ 214 h 247"/>
                <a:gd name="T18" fmla="*/ 152 w 244"/>
                <a:gd name="T19" fmla="*/ 227 h 247"/>
                <a:gd name="T20" fmla="*/ 126 w 244"/>
                <a:gd name="T21" fmla="*/ 231 h 247"/>
                <a:gd name="T22" fmla="*/ 99 w 244"/>
                <a:gd name="T23" fmla="*/ 228 h 247"/>
                <a:gd name="T24" fmla="*/ 81 w 244"/>
                <a:gd name="T25" fmla="*/ 219 h 247"/>
                <a:gd name="T26" fmla="*/ 68 w 244"/>
                <a:gd name="T27" fmla="*/ 200 h 247"/>
                <a:gd name="T28" fmla="*/ 64 w 244"/>
                <a:gd name="T29" fmla="*/ 171 h 247"/>
                <a:gd name="T30" fmla="*/ 64 w 244"/>
                <a:gd name="T31" fmla="*/ 45 h 247"/>
                <a:gd name="T32" fmla="*/ 66 w 244"/>
                <a:gd name="T33" fmla="*/ 24 h 247"/>
                <a:gd name="T34" fmla="*/ 72 w 244"/>
                <a:gd name="T35" fmla="*/ 15 h 247"/>
                <a:gd name="T36" fmla="*/ 89 w 244"/>
                <a:gd name="T37" fmla="*/ 9 h 247"/>
                <a:gd name="T38" fmla="*/ 89 w 244"/>
                <a:gd name="T39" fmla="*/ 0 h 247"/>
                <a:gd name="T40" fmla="*/ 0 w 244"/>
                <a:gd name="T41" fmla="*/ 0 h 247"/>
                <a:gd name="T42" fmla="*/ 0 w 244"/>
                <a:gd name="T43" fmla="*/ 9 h 247"/>
                <a:gd name="T44" fmla="*/ 14 w 244"/>
                <a:gd name="T45" fmla="*/ 13 h 247"/>
                <a:gd name="T46" fmla="*/ 20 w 244"/>
                <a:gd name="T47" fmla="*/ 18 h 247"/>
                <a:gd name="T48" fmla="*/ 23 w 244"/>
                <a:gd name="T49" fmla="*/ 26 h 247"/>
                <a:gd name="T50" fmla="*/ 24 w 244"/>
                <a:gd name="T51" fmla="*/ 45 h 247"/>
                <a:gd name="T52" fmla="*/ 24 w 244"/>
                <a:gd name="T53" fmla="*/ 162 h 247"/>
                <a:gd name="T54" fmla="*/ 29 w 244"/>
                <a:gd name="T55" fmla="*/ 200 h 247"/>
                <a:gd name="T56" fmla="*/ 46 w 244"/>
                <a:gd name="T57" fmla="*/ 226 h 247"/>
                <a:gd name="T58" fmla="*/ 77 w 244"/>
                <a:gd name="T59" fmla="*/ 242 h 247"/>
                <a:gd name="T60" fmla="*/ 121 w 244"/>
                <a:gd name="T61" fmla="*/ 247 h 247"/>
                <a:gd name="T62" fmla="*/ 158 w 244"/>
                <a:gd name="T63" fmla="*/ 243 h 247"/>
                <a:gd name="T64" fmla="*/ 184 w 244"/>
                <a:gd name="T65" fmla="*/ 233 h 247"/>
                <a:gd name="T66" fmla="*/ 203 w 244"/>
                <a:gd name="T67" fmla="*/ 217 h 247"/>
                <a:gd name="T68" fmla="*/ 215 w 244"/>
                <a:gd name="T69" fmla="*/ 193 h 247"/>
                <a:gd name="T70" fmla="*/ 219 w 244"/>
                <a:gd name="T71" fmla="*/ 160 h 247"/>
                <a:gd name="T72" fmla="*/ 219 w 244"/>
                <a:gd name="T73" fmla="*/ 45 h 247"/>
                <a:gd name="T74" fmla="*/ 221 w 244"/>
                <a:gd name="T75" fmla="*/ 24 h 247"/>
                <a:gd name="T76" fmla="*/ 227 w 244"/>
                <a:gd name="T77" fmla="*/ 15 h 247"/>
                <a:gd name="T78" fmla="*/ 244 w 244"/>
                <a:gd name="T79" fmla="*/ 9 h 247"/>
                <a:gd name="T80" fmla="*/ 244 w 244"/>
                <a:gd name="T81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244" h="247">
                  <a:moveTo>
                    <a:pt x="244" y="0"/>
                  </a:moveTo>
                  <a:cubicBezTo>
                    <a:pt x="159" y="0"/>
                    <a:pt x="159" y="0"/>
                    <a:pt x="159" y="0"/>
                  </a:cubicBezTo>
                  <a:cubicBezTo>
                    <a:pt x="159" y="9"/>
                    <a:pt x="159" y="9"/>
                    <a:pt x="159" y="9"/>
                  </a:cubicBezTo>
                  <a:cubicBezTo>
                    <a:pt x="168" y="11"/>
                    <a:pt x="174" y="13"/>
                    <a:pt x="176" y="15"/>
                  </a:cubicBezTo>
                  <a:cubicBezTo>
                    <a:pt x="179" y="17"/>
                    <a:pt x="181" y="20"/>
                    <a:pt x="182" y="24"/>
                  </a:cubicBezTo>
                  <a:cubicBezTo>
                    <a:pt x="183" y="27"/>
                    <a:pt x="184" y="34"/>
                    <a:pt x="184" y="45"/>
                  </a:cubicBezTo>
                  <a:cubicBezTo>
                    <a:pt x="184" y="157"/>
                    <a:pt x="184" y="157"/>
                    <a:pt x="184" y="157"/>
                  </a:cubicBezTo>
                  <a:cubicBezTo>
                    <a:pt x="184" y="171"/>
                    <a:pt x="183" y="183"/>
                    <a:pt x="181" y="191"/>
                  </a:cubicBezTo>
                  <a:cubicBezTo>
                    <a:pt x="180" y="200"/>
                    <a:pt x="176" y="208"/>
                    <a:pt x="171" y="214"/>
                  </a:cubicBezTo>
                  <a:cubicBezTo>
                    <a:pt x="166" y="219"/>
                    <a:pt x="160" y="224"/>
                    <a:pt x="152" y="227"/>
                  </a:cubicBezTo>
                  <a:cubicBezTo>
                    <a:pt x="145" y="230"/>
                    <a:pt x="136" y="231"/>
                    <a:pt x="126" y="231"/>
                  </a:cubicBezTo>
                  <a:cubicBezTo>
                    <a:pt x="116" y="231"/>
                    <a:pt x="107" y="230"/>
                    <a:pt x="99" y="228"/>
                  </a:cubicBezTo>
                  <a:cubicBezTo>
                    <a:pt x="92" y="226"/>
                    <a:pt x="86" y="223"/>
                    <a:pt x="81" y="219"/>
                  </a:cubicBezTo>
                  <a:cubicBezTo>
                    <a:pt x="75" y="214"/>
                    <a:pt x="71" y="208"/>
                    <a:pt x="68" y="200"/>
                  </a:cubicBezTo>
                  <a:cubicBezTo>
                    <a:pt x="66" y="193"/>
                    <a:pt x="64" y="183"/>
                    <a:pt x="64" y="171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5"/>
                    <a:pt x="65" y="28"/>
                    <a:pt x="66" y="24"/>
                  </a:cubicBezTo>
                  <a:cubicBezTo>
                    <a:pt x="67" y="20"/>
                    <a:pt x="69" y="17"/>
                    <a:pt x="72" y="15"/>
                  </a:cubicBezTo>
                  <a:cubicBezTo>
                    <a:pt x="75" y="12"/>
                    <a:pt x="81" y="11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5"/>
                    <a:pt x="18" y="16"/>
                    <a:pt x="20" y="18"/>
                  </a:cubicBezTo>
                  <a:cubicBezTo>
                    <a:pt x="21" y="20"/>
                    <a:pt x="22" y="23"/>
                    <a:pt x="23" y="26"/>
                  </a:cubicBezTo>
                  <a:cubicBezTo>
                    <a:pt x="24" y="29"/>
                    <a:pt x="24" y="36"/>
                    <a:pt x="24" y="45"/>
                  </a:cubicBezTo>
                  <a:cubicBezTo>
                    <a:pt x="24" y="162"/>
                    <a:pt x="24" y="162"/>
                    <a:pt x="24" y="162"/>
                  </a:cubicBezTo>
                  <a:cubicBezTo>
                    <a:pt x="24" y="178"/>
                    <a:pt x="26" y="190"/>
                    <a:pt x="29" y="200"/>
                  </a:cubicBezTo>
                  <a:cubicBezTo>
                    <a:pt x="33" y="210"/>
                    <a:pt x="38" y="219"/>
                    <a:pt x="46" y="226"/>
                  </a:cubicBezTo>
                  <a:cubicBezTo>
                    <a:pt x="54" y="234"/>
                    <a:pt x="64" y="239"/>
                    <a:pt x="77" y="242"/>
                  </a:cubicBezTo>
                  <a:cubicBezTo>
                    <a:pt x="89" y="245"/>
                    <a:pt x="104" y="247"/>
                    <a:pt x="121" y="247"/>
                  </a:cubicBezTo>
                  <a:cubicBezTo>
                    <a:pt x="135" y="247"/>
                    <a:pt x="147" y="246"/>
                    <a:pt x="158" y="243"/>
                  </a:cubicBezTo>
                  <a:cubicBezTo>
                    <a:pt x="168" y="241"/>
                    <a:pt x="177" y="237"/>
                    <a:pt x="184" y="233"/>
                  </a:cubicBezTo>
                  <a:cubicBezTo>
                    <a:pt x="192" y="229"/>
                    <a:pt x="198" y="223"/>
                    <a:pt x="203" y="217"/>
                  </a:cubicBezTo>
                  <a:cubicBezTo>
                    <a:pt x="208" y="210"/>
                    <a:pt x="212" y="202"/>
                    <a:pt x="215" y="193"/>
                  </a:cubicBezTo>
                  <a:cubicBezTo>
                    <a:pt x="218" y="184"/>
                    <a:pt x="219" y="173"/>
                    <a:pt x="219" y="160"/>
                  </a:cubicBezTo>
                  <a:cubicBezTo>
                    <a:pt x="219" y="45"/>
                    <a:pt x="219" y="45"/>
                    <a:pt x="219" y="45"/>
                  </a:cubicBezTo>
                  <a:cubicBezTo>
                    <a:pt x="219" y="35"/>
                    <a:pt x="220" y="28"/>
                    <a:pt x="221" y="24"/>
                  </a:cubicBezTo>
                  <a:cubicBezTo>
                    <a:pt x="222" y="20"/>
                    <a:pt x="224" y="17"/>
                    <a:pt x="227" y="15"/>
                  </a:cubicBezTo>
                  <a:cubicBezTo>
                    <a:pt x="230" y="13"/>
                    <a:pt x="236" y="11"/>
                    <a:pt x="244" y="9"/>
                  </a:cubicBezTo>
                  <a:cubicBezTo>
                    <a:pt x="244" y="0"/>
                    <a:pt x="244" y="0"/>
                    <a:pt x="24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7" name="Freeform 296"/>
            <p:cNvSpPr/>
            <p:nvPr/>
          </p:nvSpPr>
          <p:spPr bwMode="auto">
            <a:xfrm>
              <a:off x="3089583" y="2122744"/>
              <a:ext cx="89873" cy="89467"/>
            </a:xfrm>
            <a:custGeom>
              <a:avLst/>
              <a:gdLst>
                <a:gd name="T0" fmla="*/ 247 w 247"/>
                <a:gd name="T1" fmla="*/ 0 h 245"/>
                <a:gd name="T2" fmla="*/ 170 w 247"/>
                <a:gd name="T3" fmla="*/ 0 h 245"/>
                <a:gd name="T4" fmla="*/ 170 w 247"/>
                <a:gd name="T5" fmla="*/ 9 h 245"/>
                <a:gd name="T6" fmla="*/ 184 w 247"/>
                <a:gd name="T7" fmla="*/ 13 h 245"/>
                <a:gd name="T8" fmla="*/ 190 w 247"/>
                <a:gd name="T9" fmla="*/ 18 h 245"/>
                <a:gd name="T10" fmla="*/ 193 w 247"/>
                <a:gd name="T11" fmla="*/ 27 h 245"/>
                <a:gd name="T12" fmla="*/ 194 w 247"/>
                <a:gd name="T13" fmla="*/ 45 h 245"/>
                <a:gd name="T14" fmla="*/ 194 w 247"/>
                <a:gd name="T15" fmla="*/ 82 h 245"/>
                <a:gd name="T16" fmla="*/ 195 w 247"/>
                <a:gd name="T17" fmla="*/ 141 h 245"/>
                <a:gd name="T18" fmla="*/ 197 w 247"/>
                <a:gd name="T19" fmla="*/ 184 h 245"/>
                <a:gd name="T20" fmla="*/ 194 w 247"/>
                <a:gd name="T21" fmla="*/ 184 h 245"/>
                <a:gd name="T22" fmla="*/ 183 w 247"/>
                <a:gd name="T23" fmla="*/ 166 h 245"/>
                <a:gd name="T24" fmla="*/ 170 w 247"/>
                <a:gd name="T25" fmla="*/ 147 h 245"/>
                <a:gd name="T26" fmla="*/ 66 w 247"/>
                <a:gd name="T27" fmla="*/ 0 h 245"/>
                <a:gd name="T28" fmla="*/ 0 w 247"/>
                <a:gd name="T29" fmla="*/ 0 h 245"/>
                <a:gd name="T30" fmla="*/ 0 w 247"/>
                <a:gd name="T31" fmla="*/ 9 h 245"/>
                <a:gd name="T32" fmla="*/ 13 w 247"/>
                <a:gd name="T33" fmla="*/ 13 h 245"/>
                <a:gd name="T34" fmla="*/ 20 w 247"/>
                <a:gd name="T35" fmla="*/ 18 h 245"/>
                <a:gd name="T36" fmla="*/ 23 w 247"/>
                <a:gd name="T37" fmla="*/ 27 h 245"/>
                <a:gd name="T38" fmla="*/ 24 w 247"/>
                <a:gd name="T39" fmla="*/ 45 h 245"/>
                <a:gd name="T40" fmla="*/ 24 w 247"/>
                <a:gd name="T41" fmla="*/ 199 h 245"/>
                <a:gd name="T42" fmla="*/ 23 w 247"/>
                <a:gd name="T43" fmla="*/ 219 h 245"/>
                <a:gd name="T44" fmla="*/ 17 w 247"/>
                <a:gd name="T45" fmla="*/ 229 h 245"/>
                <a:gd name="T46" fmla="*/ 0 w 247"/>
                <a:gd name="T47" fmla="*/ 235 h 245"/>
                <a:gd name="T48" fmla="*/ 0 w 247"/>
                <a:gd name="T49" fmla="*/ 244 h 245"/>
                <a:gd name="T50" fmla="*/ 77 w 247"/>
                <a:gd name="T51" fmla="*/ 244 h 245"/>
                <a:gd name="T52" fmla="*/ 77 w 247"/>
                <a:gd name="T53" fmla="*/ 235 h 245"/>
                <a:gd name="T54" fmla="*/ 63 w 247"/>
                <a:gd name="T55" fmla="*/ 231 h 245"/>
                <a:gd name="T56" fmla="*/ 56 w 247"/>
                <a:gd name="T57" fmla="*/ 226 h 245"/>
                <a:gd name="T58" fmla="*/ 53 w 247"/>
                <a:gd name="T59" fmla="*/ 217 h 245"/>
                <a:gd name="T60" fmla="*/ 52 w 247"/>
                <a:gd name="T61" fmla="*/ 199 h 245"/>
                <a:gd name="T62" fmla="*/ 52 w 247"/>
                <a:gd name="T63" fmla="*/ 163 h 245"/>
                <a:gd name="T64" fmla="*/ 51 w 247"/>
                <a:gd name="T65" fmla="*/ 91 h 245"/>
                <a:gd name="T66" fmla="*/ 49 w 247"/>
                <a:gd name="T67" fmla="*/ 41 h 245"/>
                <a:gd name="T68" fmla="*/ 53 w 247"/>
                <a:gd name="T69" fmla="*/ 41 h 245"/>
                <a:gd name="T70" fmla="*/ 62 w 247"/>
                <a:gd name="T71" fmla="*/ 56 h 245"/>
                <a:gd name="T72" fmla="*/ 77 w 247"/>
                <a:gd name="T73" fmla="*/ 78 h 245"/>
                <a:gd name="T74" fmla="*/ 195 w 247"/>
                <a:gd name="T75" fmla="*/ 245 h 245"/>
                <a:gd name="T76" fmla="*/ 222 w 247"/>
                <a:gd name="T77" fmla="*/ 245 h 245"/>
                <a:gd name="T78" fmla="*/ 222 w 247"/>
                <a:gd name="T79" fmla="*/ 45 h 245"/>
                <a:gd name="T80" fmla="*/ 223 w 247"/>
                <a:gd name="T81" fmla="*/ 26 h 245"/>
                <a:gd name="T82" fmla="*/ 227 w 247"/>
                <a:gd name="T83" fmla="*/ 18 h 245"/>
                <a:gd name="T84" fmla="*/ 233 w 247"/>
                <a:gd name="T85" fmla="*/ 13 h 245"/>
                <a:gd name="T86" fmla="*/ 247 w 247"/>
                <a:gd name="T87" fmla="*/ 9 h 245"/>
                <a:gd name="T88" fmla="*/ 247 w 247"/>
                <a:gd name="T89" fmla="*/ 0 h 2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247" h="245">
                  <a:moveTo>
                    <a:pt x="247" y="0"/>
                  </a:moveTo>
                  <a:cubicBezTo>
                    <a:pt x="170" y="0"/>
                    <a:pt x="170" y="0"/>
                    <a:pt x="170" y="0"/>
                  </a:cubicBezTo>
                  <a:cubicBezTo>
                    <a:pt x="170" y="9"/>
                    <a:pt x="170" y="9"/>
                    <a:pt x="170" y="9"/>
                  </a:cubicBezTo>
                  <a:cubicBezTo>
                    <a:pt x="177" y="10"/>
                    <a:pt x="181" y="12"/>
                    <a:pt x="184" y="13"/>
                  </a:cubicBezTo>
                  <a:cubicBezTo>
                    <a:pt x="186" y="14"/>
                    <a:pt x="189" y="16"/>
                    <a:pt x="190" y="18"/>
                  </a:cubicBezTo>
                  <a:cubicBezTo>
                    <a:pt x="192" y="20"/>
                    <a:pt x="193" y="23"/>
                    <a:pt x="193" y="27"/>
                  </a:cubicBezTo>
                  <a:cubicBezTo>
                    <a:pt x="194" y="31"/>
                    <a:pt x="194" y="37"/>
                    <a:pt x="194" y="45"/>
                  </a:cubicBezTo>
                  <a:cubicBezTo>
                    <a:pt x="194" y="82"/>
                    <a:pt x="194" y="82"/>
                    <a:pt x="194" y="82"/>
                  </a:cubicBezTo>
                  <a:cubicBezTo>
                    <a:pt x="194" y="100"/>
                    <a:pt x="194" y="119"/>
                    <a:pt x="195" y="141"/>
                  </a:cubicBezTo>
                  <a:cubicBezTo>
                    <a:pt x="195" y="163"/>
                    <a:pt x="196" y="177"/>
                    <a:pt x="197" y="184"/>
                  </a:cubicBezTo>
                  <a:cubicBezTo>
                    <a:pt x="194" y="184"/>
                    <a:pt x="194" y="184"/>
                    <a:pt x="194" y="184"/>
                  </a:cubicBezTo>
                  <a:cubicBezTo>
                    <a:pt x="190" y="178"/>
                    <a:pt x="187" y="171"/>
                    <a:pt x="183" y="166"/>
                  </a:cubicBezTo>
                  <a:cubicBezTo>
                    <a:pt x="180" y="161"/>
                    <a:pt x="176" y="155"/>
                    <a:pt x="170" y="147"/>
                  </a:cubicBezTo>
                  <a:cubicBezTo>
                    <a:pt x="66" y="0"/>
                    <a:pt x="66" y="0"/>
                    <a:pt x="6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77" y="244"/>
                    <a:pt x="77" y="244"/>
                    <a:pt x="77" y="244"/>
                  </a:cubicBezTo>
                  <a:cubicBezTo>
                    <a:pt x="77" y="235"/>
                    <a:pt x="77" y="235"/>
                    <a:pt x="77" y="235"/>
                  </a:cubicBezTo>
                  <a:cubicBezTo>
                    <a:pt x="70" y="234"/>
                    <a:pt x="66" y="232"/>
                    <a:pt x="63" y="231"/>
                  </a:cubicBezTo>
                  <a:cubicBezTo>
                    <a:pt x="60" y="230"/>
                    <a:pt x="58" y="228"/>
                    <a:pt x="56" y="226"/>
                  </a:cubicBezTo>
                  <a:cubicBezTo>
                    <a:pt x="55" y="223"/>
                    <a:pt x="54" y="221"/>
                    <a:pt x="53" y="217"/>
                  </a:cubicBezTo>
                  <a:cubicBezTo>
                    <a:pt x="52" y="213"/>
                    <a:pt x="52" y="207"/>
                    <a:pt x="52" y="199"/>
                  </a:cubicBezTo>
                  <a:cubicBezTo>
                    <a:pt x="52" y="163"/>
                    <a:pt x="52" y="163"/>
                    <a:pt x="52" y="163"/>
                  </a:cubicBezTo>
                  <a:cubicBezTo>
                    <a:pt x="52" y="139"/>
                    <a:pt x="52" y="115"/>
                    <a:pt x="51" y="91"/>
                  </a:cubicBezTo>
                  <a:cubicBezTo>
                    <a:pt x="51" y="67"/>
                    <a:pt x="50" y="51"/>
                    <a:pt x="49" y="41"/>
                  </a:cubicBezTo>
                  <a:cubicBezTo>
                    <a:pt x="53" y="41"/>
                    <a:pt x="53" y="41"/>
                    <a:pt x="53" y="41"/>
                  </a:cubicBezTo>
                  <a:cubicBezTo>
                    <a:pt x="56" y="46"/>
                    <a:pt x="59" y="51"/>
                    <a:pt x="62" y="56"/>
                  </a:cubicBezTo>
                  <a:cubicBezTo>
                    <a:pt x="65" y="60"/>
                    <a:pt x="70" y="68"/>
                    <a:pt x="77" y="78"/>
                  </a:cubicBezTo>
                  <a:cubicBezTo>
                    <a:pt x="195" y="245"/>
                    <a:pt x="195" y="245"/>
                    <a:pt x="195" y="245"/>
                  </a:cubicBezTo>
                  <a:cubicBezTo>
                    <a:pt x="222" y="245"/>
                    <a:pt x="222" y="245"/>
                    <a:pt x="222" y="245"/>
                  </a:cubicBezTo>
                  <a:cubicBezTo>
                    <a:pt x="222" y="45"/>
                    <a:pt x="222" y="45"/>
                    <a:pt x="222" y="45"/>
                  </a:cubicBezTo>
                  <a:cubicBezTo>
                    <a:pt x="222" y="36"/>
                    <a:pt x="222" y="30"/>
                    <a:pt x="223" y="26"/>
                  </a:cubicBezTo>
                  <a:cubicBezTo>
                    <a:pt x="224" y="22"/>
                    <a:pt x="225" y="19"/>
                    <a:pt x="227" y="18"/>
                  </a:cubicBezTo>
                  <a:cubicBezTo>
                    <a:pt x="228" y="16"/>
                    <a:pt x="231" y="14"/>
                    <a:pt x="233" y="13"/>
                  </a:cubicBezTo>
                  <a:cubicBezTo>
                    <a:pt x="236" y="12"/>
                    <a:pt x="240" y="10"/>
                    <a:pt x="247" y="9"/>
                  </a:cubicBezTo>
                  <a:cubicBezTo>
                    <a:pt x="247" y="0"/>
                    <a:pt x="247" y="0"/>
                    <a:pt x="247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8" name="Freeform 297"/>
            <p:cNvSpPr/>
            <p:nvPr/>
          </p:nvSpPr>
          <p:spPr bwMode="auto">
            <a:xfrm>
              <a:off x="3197349" y="2122744"/>
              <a:ext cx="32127" cy="89060"/>
            </a:xfrm>
            <a:custGeom>
              <a:avLst/>
              <a:gdLst>
                <a:gd name="T0" fmla="*/ 89 w 89"/>
                <a:gd name="T1" fmla="*/ 0 h 244"/>
                <a:gd name="T2" fmla="*/ 0 w 89"/>
                <a:gd name="T3" fmla="*/ 0 h 244"/>
                <a:gd name="T4" fmla="*/ 0 w 89"/>
                <a:gd name="T5" fmla="*/ 9 h 244"/>
                <a:gd name="T6" fmla="*/ 14 w 89"/>
                <a:gd name="T7" fmla="*/ 13 h 244"/>
                <a:gd name="T8" fmla="*/ 20 w 89"/>
                <a:gd name="T9" fmla="*/ 18 h 244"/>
                <a:gd name="T10" fmla="*/ 23 w 89"/>
                <a:gd name="T11" fmla="*/ 27 h 244"/>
                <a:gd name="T12" fmla="*/ 25 w 89"/>
                <a:gd name="T13" fmla="*/ 45 h 244"/>
                <a:gd name="T14" fmla="*/ 25 w 89"/>
                <a:gd name="T15" fmla="*/ 199 h 244"/>
                <a:gd name="T16" fmla="*/ 23 w 89"/>
                <a:gd name="T17" fmla="*/ 219 h 244"/>
                <a:gd name="T18" fmla="*/ 17 w 89"/>
                <a:gd name="T19" fmla="*/ 229 h 244"/>
                <a:gd name="T20" fmla="*/ 0 w 89"/>
                <a:gd name="T21" fmla="*/ 235 h 244"/>
                <a:gd name="T22" fmla="*/ 0 w 89"/>
                <a:gd name="T23" fmla="*/ 244 h 244"/>
                <a:gd name="T24" fmla="*/ 89 w 89"/>
                <a:gd name="T25" fmla="*/ 244 h 244"/>
                <a:gd name="T26" fmla="*/ 89 w 89"/>
                <a:gd name="T27" fmla="*/ 235 h 244"/>
                <a:gd name="T28" fmla="*/ 75 w 89"/>
                <a:gd name="T29" fmla="*/ 231 h 244"/>
                <a:gd name="T30" fmla="*/ 68 w 89"/>
                <a:gd name="T31" fmla="*/ 226 h 244"/>
                <a:gd name="T32" fmla="*/ 65 w 89"/>
                <a:gd name="T33" fmla="*/ 217 h 244"/>
                <a:gd name="T34" fmla="*/ 64 w 89"/>
                <a:gd name="T35" fmla="*/ 199 h 244"/>
                <a:gd name="T36" fmla="*/ 64 w 89"/>
                <a:gd name="T37" fmla="*/ 45 h 244"/>
                <a:gd name="T38" fmla="*/ 65 w 89"/>
                <a:gd name="T39" fmla="*/ 27 h 244"/>
                <a:gd name="T40" fmla="*/ 69 w 89"/>
                <a:gd name="T41" fmla="*/ 18 h 244"/>
                <a:gd name="T42" fmla="*/ 76 w 89"/>
                <a:gd name="T43" fmla="*/ 13 h 244"/>
                <a:gd name="T44" fmla="*/ 89 w 89"/>
                <a:gd name="T45" fmla="*/ 9 h 244"/>
                <a:gd name="T46" fmla="*/ 89 w 89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89" h="244">
                  <a:moveTo>
                    <a:pt x="8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2" y="20"/>
                    <a:pt x="23" y="23"/>
                    <a:pt x="23" y="27"/>
                  </a:cubicBezTo>
                  <a:cubicBezTo>
                    <a:pt x="24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2" y="230"/>
                    <a:pt x="70" y="228"/>
                    <a:pt x="68" y="226"/>
                  </a:cubicBezTo>
                  <a:cubicBezTo>
                    <a:pt x="67" y="223"/>
                    <a:pt x="66" y="221"/>
                    <a:pt x="65" y="217"/>
                  </a:cubicBezTo>
                  <a:cubicBezTo>
                    <a:pt x="65" y="213"/>
                    <a:pt x="64" y="207"/>
                    <a:pt x="64" y="199"/>
                  </a:cubicBezTo>
                  <a:cubicBezTo>
                    <a:pt x="64" y="45"/>
                    <a:pt x="64" y="45"/>
                    <a:pt x="64" y="45"/>
                  </a:cubicBezTo>
                  <a:cubicBezTo>
                    <a:pt x="64" y="37"/>
                    <a:pt x="65" y="31"/>
                    <a:pt x="65" y="27"/>
                  </a:cubicBezTo>
                  <a:cubicBezTo>
                    <a:pt x="66" y="23"/>
                    <a:pt x="67" y="20"/>
                    <a:pt x="69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8" y="12"/>
                    <a:pt x="83" y="10"/>
                    <a:pt x="89" y="9"/>
                  </a:cubicBezTo>
                  <a:cubicBezTo>
                    <a:pt x="89" y="0"/>
                    <a:pt x="89" y="0"/>
                    <a:pt x="8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79" name="Freeform 298"/>
            <p:cNvSpPr/>
            <p:nvPr/>
          </p:nvSpPr>
          <p:spPr bwMode="auto">
            <a:xfrm>
              <a:off x="3240456" y="2122744"/>
              <a:ext cx="93940" cy="90280"/>
            </a:xfrm>
            <a:custGeom>
              <a:avLst/>
              <a:gdLst>
                <a:gd name="T0" fmla="*/ 258 w 258"/>
                <a:gd name="T1" fmla="*/ 0 h 247"/>
                <a:gd name="T2" fmla="*/ 169 w 258"/>
                <a:gd name="T3" fmla="*/ 0 h 247"/>
                <a:gd name="T4" fmla="*/ 169 w 258"/>
                <a:gd name="T5" fmla="*/ 9 h 247"/>
                <a:gd name="T6" fmla="*/ 189 w 258"/>
                <a:gd name="T7" fmla="*/ 16 h 247"/>
                <a:gd name="T8" fmla="*/ 194 w 258"/>
                <a:gd name="T9" fmla="*/ 31 h 247"/>
                <a:gd name="T10" fmla="*/ 194 w 258"/>
                <a:gd name="T11" fmla="*/ 36 h 247"/>
                <a:gd name="T12" fmla="*/ 193 w 258"/>
                <a:gd name="T13" fmla="*/ 42 h 247"/>
                <a:gd name="T14" fmla="*/ 190 w 258"/>
                <a:gd name="T15" fmla="*/ 50 h 247"/>
                <a:gd name="T16" fmla="*/ 188 w 258"/>
                <a:gd name="T17" fmla="*/ 57 h 247"/>
                <a:gd name="T18" fmla="*/ 127 w 258"/>
                <a:gd name="T19" fmla="*/ 204 h 247"/>
                <a:gd name="T20" fmla="*/ 78 w 258"/>
                <a:gd name="T21" fmla="*/ 58 h 247"/>
                <a:gd name="T22" fmla="*/ 73 w 258"/>
                <a:gd name="T23" fmla="*/ 42 h 247"/>
                <a:gd name="T24" fmla="*/ 71 w 258"/>
                <a:gd name="T25" fmla="*/ 29 h 247"/>
                <a:gd name="T26" fmla="*/ 74 w 258"/>
                <a:gd name="T27" fmla="*/ 19 h 247"/>
                <a:gd name="T28" fmla="*/ 81 w 258"/>
                <a:gd name="T29" fmla="*/ 12 h 247"/>
                <a:gd name="T30" fmla="*/ 96 w 258"/>
                <a:gd name="T31" fmla="*/ 9 h 247"/>
                <a:gd name="T32" fmla="*/ 96 w 258"/>
                <a:gd name="T33" fmla="*/ 0 h 247"/>
                <a:gd name="T34" fmla="*/ 0 w 258"/>
                <a:gd name="T35" fmla="*/ 0 h 247"/>
                <a:gd name="T36" fmla="*/ 0 w 258"/>
                <a:gd name="T37" fmla="*/ 9 h 247"/>
                <a:gd name="T38" fmla="*/ 14 w 258"/>
                <a:gd name="T39" fmla="*/ 14 h 247"/>
                <a:gd name="T40" fmla="*/ 24 w 258"/>
                <a:gd name="T41" fmla="*/ 25 h 247"/>
                <a:gd name="T42" fmla="*/ 34 w 258"/>
                <a:gd name="T43" fmla="*/ 48 h 247"/>
                <a:gd name="T44" fmla="*/ 105 w 258"/>
                <a:gd name="T45" fmla="*/ 247 h 247"/>
                <a:gd name="T46" fmla="*/ 133 w 258"/>
                <a:gd name="T47" fmla="*/ 247 h 247"/>
                <a:gd name="T48" fmla="*/ 221 w 258"/>
                <a:gd name="T49" fmla="*/ 49 h 247"/>
                <a:gd name="T50" fmla="*/ 233 w 258"/>
                <a:gd name="T51" fmla="*/ 25 h 247"/>
                <a:gd name="T52" fmla="*/ 244 w 258"/>
                <a:gd name="T53" fmla="*/ 14 h 247"/>
                <a:gd name="T54" fmla="*/ 258 w 258"/>
                <a:gd name="T55" fmla="*/ 9 h 247"/>
                <a:gd name="T56" fmla="*/ 258 w 258"/>
                <a:gd name="T57" fmla="*/ 0 h 2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258" h="247">
                  <a:moveTo>
                    <a:pt x="258" y="0"/>
                  </a:moveTo>
                  <a:cubicBezTo>
                    <a:pt x="169" y="0"/>
                    <a:pt x="169" y="0"/>
                    <a:pt x="169" y="0"/>
                  </a:cubicBezTo>
                  <a:cubicBezTo>
                    <a:pt x="169" y="9"/>
                    <a:pt x="169" y="9"/>
                    <a:pt x="169" y="9"/>
                  </a:cubicBezTo>
                  <a:cubicBezTo>
                    <a:pt x="178" y="10"/>
                    <a:pt x="185" y="12"/>
                    <a:pt x="189" y="16"/>
                  </a:cubicBezTo>
                  <a:cubicBezTo>
                    <a:pt x="192" y="19"/>
                    <a:pt x="194" y="24"/>
                    <a:pt x="194" y="31"/>
                  </a:cubicBezTo>
                  <a:cubicBezTo>
                    <a:pt x="194" y="33"/>
                    <a:pt x="194" y="34"/>
                    <a:pt x="194" y="36"/>
                  </a:cubicBezTo>
                  <a:cubicBezTo>
                    <a:pt x="194" y="38"/>
                    <a:pt x="193" y="40"/>
                    <a:pt x="193" y="42"/>
                  </a:cubicBezTo>
                  <a:cubicBezTo>
                    <a:pt x="192" y="45"/>
                    <a:pt x="191" y="47"/>
                    <a:pt x="190" y="50"/>
                  </a:cubicBezTo>
                  <a:cubicBezTo>
                    <a:pt x="190" y="52"/>
                    <a:pt x="189" y="55"/>
                    <a:pt x="188" y="57"/>
                  </a:cubicBezTo>
                  <a:cubicBezTo>
                    <a:pt x="127" y="204"/>
                    <a:pt x="127" y="204"/>
                    <a:pt x="127" y="204"/>
                  </a:cubicBezTo>
                  <a:cubicBezTo>
                    <a:pt x="78" y="58"/>
                    <a:pt x="78" y="58"/>
                    <a:pt x="78" y="58"/>
                  </a:cubicBezTo>
                  <a:cubicBezTo>
                    <a:pt x="75" y="52"/>
                    <a:pt x="74" y="47"/>
                    <a:pt x="73" y="42"/>
                  </a:cubicBezTo>
                  <a:cubicBezTo>
                    <a:pt x="72" y="38"/>
                    <a:pt x="71" y="33"/>
                    <a:pt x="71" y="29"/>
                  </a:cubicBezTo>
                  <a:cubicBezTo>
                    <a:pt x="71" y="25"/>
                    <a:pt x="72" y="21"/>
                    <a:pt x="74" y="19"/>
                  </a:cubicBezTo>
                  <a:cubicBezTo>
                    <a:pt x="75" y="16"/>
                    <a:pt x="78" y="14"/>
                    <a:pt x="81" y="12"/>
                  </a:cubicBezTo>
                  <a:cubicBezTo>
                    <a:pt x="85" y="11"/>
                    <a:pt x="90" y="10"/>
                    <a:pt x="96" y="9"/>
                  </a:cubicBezTo>
                  <a:cubicBezTo>
                    <a:pt x="96" y="0"/>
                    <a:pt x="96" y="0"/>
                    <a:pt x="96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4" y="14"/>
                  </a:cubicBezTo>
                  <a:cubicBezTo>
                    <a:pt x="18" y="16"/>
                    <a:pt x="21" y="20"/>
                    <a:pt x="24" y="25"/>
                  </a:cubicBezTo>
                  <a:cubicBezTo>
                    <a:pt x="26" y="29"/>
                    <a:pt x="30" y="37"/>
                    <a:pt x="34" y="48"/>
                  </a:cubicBezTo>
                  <a:cubicBezTo>
                    <a:pt x="105" y="247"/>
                    <a:pt x="105" y="247"/>
                    <a:pt x="105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221" y="49"/>
                    <a:pt x="221" y="49"/>
                    <a:pt x="221" y="49"/>
                  </a:cubicBezTo>
                  <a:cubicBezTo>
                    <a:pt x="226" y="38"/>
                    <a:pt x="230" y="30"/>
                    <a:pt x="233" y="25"/>
                  </a:cubicBezTo>
                  <a:cubicBezTo>
                    <a:pt x="237" y="20"/>
                    <a:pt x="240" y="16"/>
                    <a:pt x="244" y="14"/>
                  </a:cubicBezTo>
                  <a:cubicBezTo>
                    <a:pt x="247" y="12"/>
                    <a:pt x="252" y="10"/>
                    <a:pt x="258" y="9"/>
                  </a:cubicBezTo>
                  <a:cubicBezTo>
                    <a:pt x="258" y="0"/>
                    <a:pt x="258" y="0"/>
                    <a:pt x="25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0" name="Freeform 299"/>
            <p:cNvSpPr/>
            <p:nvPr/>
          </p:nvSpPr>
          <p:spPr bwMode="auto">
            <a:xfrm>
              <a:off x="3343749" y="2122744"/>
              <a:ext cx="72794" cy="89060"/>
            </a:xfrm>
            <a:custGeom>
              <a:avLst/>
              <a:gdLst>
                <a:gd name="T0" fmla="*/ 198 w 200"/>
                <a:gd name="T1" fmla="*/ 0 h 244"/>
                <a:gd name="T2" fmla="*/ 0 w 200"/>
                <a:gd name="T3" fmla="*/ 0 h 244"/>
                <a:gd name="T4" fmla="*/ 0 w 200"/>
                <a:gd name="T5" fmla="*/ 9 h 244"/>
                <a:gd name="T6" fmla="*/ 14 w 200"/>
                <a:gd name="T7" fmla="*/ 13 h 244"/>
                <a:gd name="T8" fmla="*/ 20 w 200"/>
                <a:gd name="T9" fmla="*/ 18 h 244"/>
                <a:gd name="T10" fmla="*/ 24 w 200"/>
                <a:gd name="T11" fmla="*/ 27 h 244"/>
                <a:gd name="T12" fmla="*/ 25 w 200"/>
                <a:gd name="T13" fmla="*/ 45 h 244"/>
                <a:gd name="T14" fmla="*/ 25 w 200"/>
                <a:gd name="T15" fmla="*/ 199 h 244"/>
                <a:gd name="T16" fmla="*/ 24 w 200"/>
                <a:gd name="T17" fmla="*/ 219 h 244"/>
                <a:gd name="T18" fmla="*/ 18 w 200"/>
                <a:gd name="T19" fmla="*/ 229 h 244"/>
                <a:gd name="T20" fmla="*/ 0 w 200"/>
                <a:gd name="T21" fmla="*/ 235 h 244"/>
                <a:gd name="T22" fmla="*/ 0 w 200"/>
                <a:gd name="T23" fmla="*/ 244 h 244"/>
                <a:gd name="T24" fmla="*/ 196 w 200"/>
                <a:gd name="T25" fmla="*/ 244 h 244"/>
                <a:gd name="T26" fmla="*/ 200 w 200"/>
                <a:gd name="T27" fmla="*/ 181 h 244"/>
                <a:gd name="T28" fmla="*/ 179 w 200"/>
                <a:gd name="T29" fmla="*/ 181 h 244"/>
                <a:gd name="T30" fmla="*/ 173 w 200"/>
                <a:gd name="T31" fmla="*/ 200 h 244"/>
                <a:gd name="T32" fmla="*/ 167 w 200"/>
                <a:gd name="T33" fmla="*/ 212 h 244"/>
                <a:gd name="T34" fmla="*/ 158 w 200"/>
                <a:gd name="T35" fmla="*/ 222 h 244"/>
                <a:gd name="T36" fmla="*/ 147 w 200"/>
                <a:gd name="T37" fmla="*/ 227 h 244"/>
                <a:gd name="T38" fmla="*/ 130 w 200"/>
                <a:gd name="T39" fmla="*/ 228 h 244"/>
                <a:gd name="T40" fmla="*/ 64 w 200"/>
                <a:gd name="T41" fmla="*/ 228 h 244"/>
                <a:gd name="T42" fmla="*/ 64 w 200"/>
                <a:gd name="T43" fmla="*/ 125 h 244"/>
                <a:gd name="T44" fmla="*/ 110 w 200"/>
                <a:gd name="T45" fmla="*/ 125 h 244"/>
                <a:gd name="T46" fmla="*/ 125 w 200"/>
                <a:gd name="T47" fmla="*/ 128 h 244"/>
                <a:gd name="T48" fmla="*/ 133 w 200"/>
                <a:gd name="T49" fmla="*/ 135 h 244"/>
                <a:gd name="T50" fmla="*/ 140 w 200"/>
                <a:gd name="T51" fmla="*/ 151 h 244"/>
                <a:gd name="T52" fmla="*/ 160 w 200"/>
                <a:gd name="T53" fmla="*/ 151 h 244"/>
                <a:gd name="T54" fmla="*/ 160 w 200"/>
                <a:gd name="T55" fmla="*/ 83 h 244"/>
                <a:gd name="T56" fmla="*/ 140 w 200"/>
                <a:gd name="T57" fmla="*/ 83 h 244"/>
                <a:gd name="T58" fmla="*/ 133 w 200"/>
                <a:gd name="T59" fmla="*/ 100 h 244"/>
                <a:gd name="T60" fmla="*/ 124 w 200"/>
                <a:gd name="T61" fmla="*/ 107 h 244"/>
                <a:gd name="T62" fmla="*/ 110 w 200"/>
                <a:gd name="T63" fmla="*/ 109 h 244"/>
                <a:gd name="T64" fmla="*/ 64 w 200"/>
                <a:gd name="T65" fmla="*/ 109 h 244"/>
                <a:gd name="T66" fmla="*/ 64 w 200"/>
                <a:gd name="T67" fmla="*/ 16 h 244"/>
                <a:gd name="T68" fmla="*/ 131 w 200"/>
                <a:gd name="T69" fmla="*/ 16 h 244"/>
                <a:gd name="T70" fmla="*/ 146 w 200"/>
                <a:gd name="T71" fmla="*/ 17 h 244"/>
                <a:gd name="T72" fmla="*/ 156 w 200"/>
                <a:gd name="T73" fmla="*/ 21 h 244"/>
                <a:gd name="T74" fmla="*/ 164 w 200"/>
                <a:gd name="T75" fmla="*/ 28 h 244"/>
                <a:gd name="T76" fmla="*/ 171 w 200"/>
                <a:gd name="T77" fmla="*/ 39 h 244"/>
                <a:gd name="T78" fmla="*/ 177 w 200"/>
                <a:gd name="T79" fmla="*/ 54 h 244"/>
                <a:gd name="T80" fmla="*/ 198 w 200"/>
                <a:gd name="T81" fmla="*/ 54 h 244"/>
                <a:gd name="T82" fmla="*/ 198 w 200"/>
                <a:gd name="T8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0" h="244">
                  <a:moveTo>
                    <a:pt x="198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196" y="244"/>
                    <a:pt x="196" y="244"/>
                    <a:pt x="196" y="244"/>
                  </a:cubicBezTo>
                  <a:cubicBezTo>
                    <a:pt x="200" y="181"/>
                    <a:pt x="200" y="181"/>
                    <a:pt x="200" y="181"/>
                  </a:cubicBezTo>
                  <a:cubicBezTo>
                    <a:pt x="179" y="181"/>
                    <a:pt x="179" y="181"/>
                    <a:pt x="179" y="181"/>
                  </a:cubicBezTo>
                  <a:cubicBezTo>
                    <a:pt x="177" y="189"/>
                    <a:pt x="174" y="196"/>
                    <a:pt x="173" y="200"/>
                  </a:cubicBezTo>
                  <a:cubicBezTo>
                    <a:pt x="171" y="204"/>
                    <a:pt x="169" y="208"/>
                    <a:pt x="167" y="212"/>
                  </a:cubicBezTo>
                  <a:cubicBezTo>
                    <a:pt x="164" y="216"/>
                    <a:pt x="162" y="219"/>
                    <a:pt x="158" y="222"/>
                  </a:cubicBezTo>
                  <a:cubicBezTo>
                    <a:pt x="155" y="224"/>
                    <a:pt x="152" y="226"/>
                    <a:pt x="147" y="227"/>
                  </a:cubicBezTo>
                  <a:cubicBezTo>
                    <a:pt x="143" y="228"/>
                    <a:pt x="137" y="228"/>
                    <a:pt x="130" y="228"/>
                  </a:cubicBezTo>
                  <a:cubicBezTo>
                    <a:pt x="64" y="228"/>
                    <a:pt x="64" y="228"/>
                    <a:pt x="64" y="228"/>
                  </a:cubicBezTo>
                  <a:cubicBezTo>
                    <a:pt x="64" y="125"/>
                    <a:pt x="64" y="125"/>
                    <a:pt x="64" y="125"/>
                  </a:cubicBezTo>
                  <a:cubicBezTo>
                    <a:pt x="110" y="125"/>
                    <a:pt x="110" y="125"/>
                    <a:pt x="110" y="125"/>
                  </a:cubicBezTo>
                  <a:cubicBezTo>
                    <a:pt x="117" y="125"/>
                    <a:pt x="122" y="126"/>
                    <a:pt x="125" y="128"/>
                  </a:cubicBezTo>
                  <a:cubicBezTo>
                    <a:pt x="128" y="129"/>
                    <a:pt x="131" y="132"/>
                    <a:pt x="133" y="135"/>
                  </a:cubicBezTo>
                  <a:cubicBezTo>
                    <a:pt x="136" y="139"/>
                    <a:pt x="138" y="144"/>
                    <a:pt x="140" y="151"/>
                  </a:cubicBezTo>
                  <a:cubicBezTo>
                    <a:pt x="160" y="151"/>
                    <a:pt x="160" y="151"/>
                    <a:pt x="160" y="151"/>
                  </a:cubicBezTo>
                  <a:cubicBezTo>
                    <a:pt x="160" y="83"/>
                    <a:pt x="160" y="83"/>
                    <a:pt x="160" y="83"/>
                  </a:cubicBezTo>
                  <a:cubicBezTo>
                    <a:pt x="140" y="83"/>
                    <a:pt x="140" y="83"/>
                    <a:pt x="140" y="83"/>
                  </a:cubicBezTo>
                  <a:cubicBezTo>
                    <a:pt x="138" y="91"/>
                    <a:pt x="135" y="96"/>
                    <a:pt x="133" y="100"/>
                  </a:cubicBezTo>
                  <a:cubicBezTo>
                    <a:pt x="131" y="103"/>
                    <a:pt x="128" y="106"/>
                    <a:pt x="124" y="107"/>
                  </a:cubicBezTo>
                  <a:cubicBezTo>
                    <a:pt x="121" y="109"/>
                    <a:pt x="116" y="109"/>
                    <a:pt x="110" y="109"/>
                  </a:cubicBezTo>
                  <a:cubicBezTo>
                    <a:pt x="64" y="109"/>
                    <a:pt x="64" y="109"/>
                    <a:pt x="64" y="109"/>
                  </a:cubicBezTo>
                  <a:cubicBezTo>
                    <a:pt x="64" y="16"/>
                    <a:pt x="64" y="16"/>
                    <a:pt x="64" y="16"/>
                  </a:cubicBezTo>
                  <a:cubicBezTo>
                    <a:pt x="131" y="16"/>
                    <a:pt x="131" y="16"/>
                    <a:pt x="131" y="16"/>
                  </a:cubicBezTo>
                  <a:cubicBezTo>
                    <a:pt x="137" y="16"/>
                    <a:pt x="142" y="16"/>
                    <a:pt x="146" y="17"/>
                  </a:cubicBezTo>
                  <a:cubicBezTo>
                    <a:pt x="150" y="18"/>
                    <a:pt x="153" y="19"/>
                    <a:pt x="156" y="21"/>
                  </a:cubicBezTo>
                  <a:cubicBezTo>
                    <a:pt x="159" y="22"/>
                    <a:pt x="162" y="25"/>
                    <a:pt x="164" y="28"/>
                  </a:cubicBezTo>
                  <a:cubicBezTo>
                    <a:pt x="166" y="31"/>
                    <a:pt x="169" y="34"/>
                    <a:pt x="171" y="39"/>
                  </a:cubicBezTo>
                  <a:cubicBezTo>
                    <a:pt x="173" y="43"/>
                    <a:pt x="175" y="48"/>
                    <a:pt x="177" y="54"/>
                  </a:cubicBezTo>
                  <a:cubicBezTo>
                    <a:pt x="198" y="54"/>
                    <a:pt x="198" y="54"/>
                    <a:pt x="198" y="54"/>
                  </a:cubicBezTo>
                  <a:cubicBezTo>
                    <a:pt x="198" y="0"/>
                    <a:pt x="198" y="0"/>
                    <a:pt x="198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1" name="Freeform 300"/>
            <p:cNvSpPr>
              <a:spLocks noEditPoints="1"/>
            </p:cNvSpPr>
            <p:nvPr/>
          </p:nvSpPr>
          <p:spPr bwMode="auto">
            <a:xfrm>
              <a:off x="3434842" y="2122744"/>
              <a:ext cx="88246" cy="89060"/>
            </a:xfrm>
            <a:custGeom>
              <a:avLst/>
              <a:gdLst>
                <a:gd name="T0" fmla="*/ 64 w 243"/>
                <a:gd name="T1" fmla="*/ 123 h 244"/>
                <a:gd name="T2" fmla="*/ 64 w 243"/>
                <a:gd name="T3" fmla="*/ 17 h 244"/>
                <a:gd name="T4" fmla="*/ 95 w 243"/>
                <a:gd name="T5" fmla="*/ 16 h 244"/>
                <a:gd name="T6" fmla="*/ 133 w 243"/>
                <a:gd name="T7" fmla="*/ 22 h 244"/>
                <a:gd name="T8" fmla="*/ 154 w 243"/>
                <a:gd name="T9" fmla="*/ 39 h 244"/>
                <a:gd name="T10" fmla="*/ 161 w 243"/>
                <a:gd name="T11" fmla="*/ 67 h 244"/>
                <a:gd name="T12" fmla="*/ 155 w 243"/>
                <a:gd name="T13" fmla="*/ 95 h 244"/>
                <a:gd name="T14" fmla="*/ 139 w 243"/>
                <a:gd name="T15" fmla="*/ 112 h 244"/>
                <a:gd name="T16" fmla="*/ 118 w 243"/>
                <a:gd name="T17" fmla="*/ 120 h 244"/>
                <a:gd name="T18" fmla="*/ 88 w 243"/>
                <a:gd name="T19" fmla="*/ 123 h 244"/>
                <a:gd name="T20" fmla="*/ 64 w 243"/>
                <a:gd name="T21" fmla="*/ 123 h 244"/>
                <a:gd name="T22" fmla="*/ 104 w 243"/>
                <a:gd name="T23" fmla="*/ 0 h 244"/>
                <a:gd name="T24" fmla="*/ 0 w 243"/>
                <a:gd name="T25" fmla="*/ 0 h 244"/>
                <a:gd name="T26" fmla="*/ 0 w 243"/>
                <a:gd name="T27" fmla="*/ 9 h 244"/>
                <a:gd name="T28" fmla="*/ 13 w 243"/>
                <a:gd name="T29" fmla="*/ 13 h 244"/>
                <a:gd name="T30" fmla="*/ 20 w 243"/>
                <a:gd name="T31" fmla="*/ 18 h 244"/>
                <a:gd name="T32" fmla="*/ 23 w 243"/>
                <a:gd name="T33" fmla="*/ 27 h 244"/>
                <a:gd name="T34" fmla="*/ 24 w 243"/>
                <a:gd name="T35" fmla="*/ 45 h 244"/>
                <a:gd name="T36" fmla="*/ 24 w 243"/>
                <a:gd name="T37" fmla="*/ 199 h 244"/>
                <a:gd name="T38" fmla="*/ 23 w 243"/>
                <a:gd name="T39" fmla="*/ 219 h 244"/>
                <a:gd name="T40" fmla="*/ 17 w 243"/>
                <a:gd name="T41" fmla="*/ 229 h 244"/>
                <a:gd name="T42" fmla="*/ 0 w 243"/>
                <a:gd name="T43" fmla="*/ 235 h 244"/>
                <a:gd name="T44" fmla="*/ 0 w 243"/>
                <a:gd name="T45" fmla="*/ 244 h 244"/>
                <a:gd name="T46" fmla="*/ 89 w 243"/>
                <a:gd name="T47" fmla="*/ 244 h 244"/>
                <a:gd name="T48" fmla="*/ 89 w 243"/>
                <a:gd name="T49" fmla="*/ 235 h 244"/>
                <a:gd name="T50" fmla="*/ 75 w 243"/>
                <a:gd name="T51" fmla="*/ 231 h 244"/>
                <a:gd name="T52" fmla="*/ 69 w 243"/>
                <a:gd name="T53" fmla="*/ 226 h 244"/>
                <a:gd name="T54" fmla="*/ 66 w 243"/>
                <a:gd name="T55" fmla="*/ 218 h 244"/>
                <a:gd name="T56" fmla="*/ 64 w 243"/>
                <a:gd name="T57" fmla="*/ 199 h 244"/>
                <a:gd name="T58" fmla="*/ 64 w 243"/>
                <a:gd name="T59" fmla="*/ 138 h 244"/>
                <a:gd name="T60" fmla="*/ 87 w 243"/>
                <a:gd name="T61" fmla="*/ 138 h 244"/>
                <a:gd name="T62" fmla="*/ 103 w 243"/>
                <a:gd name="T63" fmla="*/ 139 h 244"/>
                <a:gd name="T64" fmla="*/ 113 w 243"/>
                <a:gd name="T65" fmla="*/ 143 h 244"/>
                <a:gd name="T66" fmla="*/ 123 w 243"/>
                <a:gd name="T67" fmla="*/ 152 h 244"/>
                <a:gd name="T68" fmla="*/ 137 w 243"/>
                <a:gd name="T69" fmla="*/ 172 h 244"/>
                <a:gd name="T70" fmla="*/ 155 w 243"/>
                <a:gd name="T71" fmla="*/ 201 h 244"/>
                <a:gd name="T72" fmla="*/ 169 w 243"/>
                <a:gd name="T73" fmla="*/ 224 h 244"/>
                <a:gd name="T74" fmla="*/ 185 w 243"/>
                <a:gd name="T75" fmla="*/ 244 h 244"/>
                <a:gd name="T76" fmla="*/ 243 w 243"/>
                <a:gd name="T77" fmla="*/ 244 h 244"/>
                <a:gd name="T78" fmla="*/ 243 w 243"/>
                <a:gd name="T79" fmla="*/ 235 h 244"/>
                <a:gd name="T80" fmla="*/ 227 w 243"/>
                <a:gd name="T81" fmla="*/ 230 h 244"/>
                <a:gd name="T82" fmla="*/ 215 w 243"/>
                <a:gd name="T83" fmla="*/ 220 h 244"/>
                <a:gd name="T84" fmla="*/ 201 w 243"/>
                <a:gd name="T85" fmla="*/ 200 h 244"/>
                <a:gd name="T86" fmla="*/ 182 w 243"/>
                <a:gd name="T87" fmla="*/ 171 h 244"/>
                <a:gd name="T88" fmla="*/ 161 w 243"/>
                <a:gd name="T89" fmla="*/ 145 h 244"/>
                <a:gd name="T90" fmla="*/ 139 w 243"/>
                <a:gd name="T91" fmla="*/ 132 h 244"/>
                <a:gd name="T92" fmla="*/ 139 w 243"/>
                <a:gd name="T93" fmla="*/ 131 h 244"/>
                <a:gd name="T94" fmla="*/ 187 w 243"/>
                <a:gd name="T95" fmla="*/ 104 h 244"/>
                <a:gd name="T96" fmla="*/ 203 w 243"/>
                <a:gd name="T97" fmla="*/ 63 h 244"/>
                <a:gd name="T98" fmla="*/ 178 w 243"/>
                <a:gd name="T99" fmla="*/ 15 h 244"/>
                <a:gd name="T100" fmla="*/ 104 w 243"/>
                <a:gd name="T101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43" h="244">
                  <a:moveTo>
                    <a:pt x="64" y="123"/>
                  </a:moveTo>
                  <a:cubicBezTo>
                    <a:pt x="64" y="17"/>
                    <a:pt x="64" y="17"/>
                    <a:pt x="64" y="17"/>
                  </a:cubicBezTo>
                  <a:cubicBezTo>
                    <a:pt x="72" y="16"/>
                    <a:pt x="82" y="16"/>
                    <a:pt x="95" y="16"/>
                  </a:cubicBezTo>
                  <a:cubicBezTo>
                    <a:pt x="111" y="16"/>
                    <a:pt x="123" y="18"/>
                    <a:pt x="133" y="22"/>
                  </a:cubicBezTo>
                  <a:cubicBezTo>
                    <a:pt x="142" y="26"/>
                    <a:pt x="149" y="31"/>
                    <a:pt x="154" y="39"/>
                  </a:cubicBezTo>
                  <a:cubicBezTo>
                    <a:pt x="158" y="46"/>
                    <a:pt x="161" y="56"/>
                    <a:pt x="161" y="67"/>
                  </a:cubicBezTo>
                  <a:cubicBezTo>
                    <a:pt x="161" y="78"/>
                    <a:pt x="159" y="87"/>
                    <a:pt x="155" y="95"/>
                  </a:cubicBezTo>
                  <a:cubicBezTo>
                    <a:pt x="151" y="102"/>
                    <a:pt x="146" y="108"/>
                    <a:pt x="139" y="112"/>
                  </a:cubicBezTo>
                  <a:cubicBezTo>
                    <a:pt x="133" y="116"/>
                    <a:pt x="126" y="119"/>
                    <a:pt x="118" y="120"/>
                  </a:cubicBezTo>
                  <a:cubicBezTo>
                    <a:pt x="111" y="122"/>
                    <a:pt x="100" y="123"/>
                    <a:pt x="88" y="123"/>
                  </a:cubicBezTo>
                  <a:cubicBezTo>
                    <a:pt x="64" y="123"/>
                    <a:pt x="64" y="123"/>
                    <a:pt x="64" y="123"/>
                  </a:cubicBezTo>
                  <a:moveTo>
                    <a:pt x="104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6" y="10"/>
                    <a:pt x="11" y="12"/>
                    <a:pt x="13" y="13"/>
                  </a:cubicBezTo>
                  <a:cubicBezTo>
                    <a:pt x="16" y="14"/>
                    <a:pt x="18" y="16"/>
                    <a:pt x="20" y="18"/>
                  </a:cubicBezTo>
                  <a:cubicBezTo>
                    <a:pt x="21" y="20"/>
                    <a:pt x="23" y="23"/>
                    <a:pt x="23" y="27"/>
                  </a:cubicBezTo>
                  <a:cubicBezTo>
                    <a:pt x="24" y="31"/>
                    <a:pt x="24" y="37"/>
                    <a:pt x="24" y="45"/>
                  </a:cubicBezTo>
                  <a:cubicBezTo>
                    <a:pt x="24" y="199"/>
                    <a:pt x="24" y="199"/>
                    <a:pt x="24" y="199"/>
                  </a:cubicBezTo>
                  <a:cubicBezTo>
                    <a:pt x="24" y="208"/>
                    <a:pt x="24" y="215"/>
                    <a:pt x="23" y="219"/>
                  </a:cubicBezTo>
                  <a:cubicBezTo>
                    <a:pt x="22" y="223"/>
                    <a:pt x="20" y="227"/>
                    <a:pt x="17" y="229"/>
                  </a:cubicBezTo>
                  <a:cubicBezTo>
                    <a:pt x="14" y="231"/>
                    <a:pt x="8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89" y="244"/>
                    <a:pt x="89" y="244"/>
                    <a:pt x="89" y="244"/>
                  </a:cubicBezTo>
                  <a:cubicBezTo>
                    <a:pt x="89" y="235"/>
                    <a:pt x="89" y="235"/>
                    <a:pt x="89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0" y="228"/>
                    <a:pt x="69" y="226"/>
                  </a:cubicBezTo>
                  <a:cubicBezTo>
                    <a:pt x="67" y="224"/>
                    <a:pt x="66" y="221"/>
                    <a:pt x="66" y="218"/>
                  </a:cubicBezTo>
                  <a:cubicBezTo>
                    <a:pt x="65" y="214"/>
                    <a:pt x="64" y="207"/>
                    <a:pt x="64" y="199"/>
                  </a:cubicBezTo>
                  <a:cubicBezTo>
                    <a:pt x="64" y="138"/>
                    <a:pt x="64" y="138"/>
                    <a:pt x="64" y="138"/>
                  </a:cubicBezTo>
                  <a:cubicBezTo>
                    <a:pt x="87" y="138"/>
                    <a:pt x="87" y="138"/>
                    <a:pt x="87" y="138"/>
                  </a:cubicBezTo>
                  <a:cubicBezTo>
                    <a:pt x="94" y="138"/>
                    <a:pt x="100" y="138"/>
                    <a:pt x="103" y="139"/>
                  </a:cubicBezTo>
                  <a:cubicBezTo>
                    <a:pt x="107" y="140"/>
                    <a:pt x="110" y="141"/>
                    <a:pt x="113" y="143"/>
                  </a:cubicBezTo>
                  <a:cubicBezTo>
                    <a:pt x="116" y="144"/>
                    <a:pt x="119" y="147"/>
                    <a:pt x="123" y="152"/>
                  </a:cubicBezTo>
                  <a:cubicBezTo>
                    <a:pt x="126" y="156"/>
                    <a:pt x="131" y="163"/>
                    <a:pt x="137" y="172"/>
                  </a:cubicBezTo>
                  <a:cubicBezTo>
                    <a:pt x="155" y="201"/>
                    <a:pt x="155" y="201"/>
                    <a:pt x="155" y="201"/>
                  </a:cubicBezTo>
                  <a:cubicBezTo>
                    <a:pt x="160" y="209"/>
                    <a:pt x="165" y="216"/>
                    <a:pt x="169" y="224"/>
                  </a:cubicBezTo>
                  <a:cubicBezTo>
                    <a:pt x="174" y="231"/>
                    <a:pt x="179" y="238"/>
                    <a:pt x="185" y="244"/>
                  </a:cubicBezTo>
                  <a:cubicBezTo>
                    <a:pt x="243" y="244"/>
                    <a:pt x="243" y="244"/>
                    <a:pt x="243" y="244"/>
                  </a:cubicBezTo>
                  <a:cubicBezTo>
                    <a:pt x="243" y="235"/>
                    <a:pt x="243" y="235"/>
                    <a:pt x="243" y="235"/>
                  </a:cubicBezTo>
                  <a:cubicBezTo>
                    <a:pt x="237" y="234"/>
                    <a:pt x="231" y="233"/>
                    <a:pt x="227" y="230"/>
                  </a:cubicBezTo>
                  <a:cubicBezTo>
                    <a:pt x="223" y="228"/>
                    <a:pt x="219" y="224"/>
                    <a:pt x="215" y="220"/>
                  </a:cubicBezTo>
                  <a:cubicBezTo>
                    <a:pt x="211" y="215"/>
                    <a:pt x="206" y="209"/>
                    <a:pt x="201" y="200"/>
                  </a:cubicBezTo>
                  <a:cubicBezTo>
                    <a:pt x="182" y="171"/>
                    <a:pt x="182" y="171"/>
                    <a:pt x="182" y="171"/>
                  </a:cubicBezTo>
                  <a:cubicBezTo>
                    <a:pt x="174" y="159"/>
                    <a:pt x="167" y="151"/>
                    <a:pt x="161" y="145"/>
                  </a:cubicBezTo>
                  <a:cubicBezTo>
                    <a:pt x="155" y="140"/>
                    <a:pt x="148" y="135"/>
                    <a:pt x="139" y="132"/>
                  </a:cubicBezTo>
                  <a:cubicBezTo>
                    <a:pt x="139" y="131"/>
                    <a:pt x="139" y="131"/>
                    <a:pt x="139" y="131"/>
                  </a:cubicBezTo>
                  <a:cubicBezTo>
                    <a:pt x="161" y="125"/>
                    <a:pt x="176" y="116"/>
                    <a:pt x="187" y="104"/>
                  </a:cubicBezTo>
                  <a:cubicBezTo>
                    <a:pt x="198" y="93"/>
                    <a:pt x="203" y="79"/>
                    <a:pt x="203" y="63"/>
                  </a:cubicBezTo>
                  <a:cubicBezTo>
                    <a:pt x="203" y="41"/>
                    <a:pt x="195" y="25"/>
                    <a:pt x="178" y="15"/>
                  </a:cubicBezTo>
                  <a:cubicBezTo>
                    <a:pt x="162" y="5"/>
                    <a:pt x="138" y="0"/>
                    <a:pt x="104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2" name="Freeform 301"/>
            <p:cNvSpPr/>
            <p:nvPr/>
          </p:nvSpPr>
          <p:spPr bwMode="auto">
            <a:xfrm>
              <a:off x="3532035" y="2121525"/>
              <a:ext cx="62219" cy="91499"/>
            </a:xfrm>
            <a:custGeom>
              <a:avLst/>
              <a:gdLst>
                <a:gd name="T0" fmla="*/ 96 w 171"/>
                <a:gd name="T1" fmla="*/ 0 h 250"/>
                <a:gd name="T2" fmla="*/ 46 w 171"/>
                <a:gd name="T3" fmla="*/ 8 h 250"/>
                <a:gd name="T4" fmla="*/ 14 w 171"/>
                <a:gd name="T5" fmla="*/ 31 h 250"/>
                <a:gd name="T6" fmla="*/ 3 w 171"/>
                <a:gd name="T7" fmla="*/ 66 h 250"/>
                <a:gd name="T8" fmla="*/ 10 w 171"/>
                <a:gd name="T9" fmla="*/ 91 h 250"/>
                <a:gd name="T10" fmla="*/ 31 w 171"/>
                <a:gd name="T11" fmla="*/ 113 h 250"/>
                <a:gd name="T12" fmla="*/ 71 w 171"/>
                <a:gd name="T13" fmla="*/ 133 h 250"/>
                <a:gd name="T14" fmla="*/ 109 w 171"/>
                <a:gd name="T15" fmla="*/ 152 h 250"/>
                <a:gd name="T16" fmla="*/ 126 w 171"/>
                <a:gd name="T17" fmla="*/ 169 h 250"/>
                <a:gd name="T18" fmla="*/ 132 w 171"/>
                <a:gd name="T19" fmla="*/ 192 h 250"/>
                <a:gd name="T20" fmla="*/ 119 w 171"/>
                <a:gd name="T21" fmla="*/ 223 h 250"/>
                <a:gd name="T22" fmla="*/ 81 w 171"/>
                <a:gd name="T23" fmla="*/ 234 h 250"/>
                <a:gd name="T24" fmla="*/ 51 w 171"/>
                <a:gd name="T25" fmla="*/ 230 h 250"/>
                <a:gd name="T26" fmla="*/ 33 w 171"/>
                <a:gd name="T27" fmla="*/ 216 h 250"/>
                <a:gd name="T28" fmla="*/ 21 w 171"/>
                <a:gd name="T29" fmla="*/ 192 h 250"/>
                <a:gd name="T30" fmla="*/ 0 w 171"/>
                <a:gd name="T31" fmla="*/ 192 h 250"/>
                <a:gd name="T32" fmla="*/ 0 w 171"/>
                <a:gd name="T33" fmla="*/ 241 h 250"/>
                <a:gd name="T34" fmla="*/ 77 w 171"/>
                <a:gd name="T35" fmla="*/ 250 h 250"/>
                <a:gd name="T36" fmla="*/ 115 w 171"/>
                <a:gd name="T37" fmla="*/ 246 h 250"/>
                <a:gd name="T38" fmla="*/ 144 w 171"/>
                <a:gd name="T39" fmla="*/ 234 h 250"/>
                <a:gd name="T40" fmla="*/ 164 w 171"/>
                <a:gd name="T41" fmla="*/ 213 h 250"/>
                <a:gd name="T42" fmla="*/ 171 w 171"/>
                <a:gd name="T43" fmla="*/ 182 h 250"/>
                <a:gd name="T44" fmla="*/ 162 w 171"/>
                <a:gd name="T45" fmla="*/ 152 h 250"/>
                <a:gd name="T46" fmla="*/ 139 w 171"/>
                <a:gd name="T47" fmla="*/ 130 h 250"/>
                <a:gd name="T48" fmla="*/ 97 w 171"/>
                <a:gd name="T49" fmla="*/ 109 h 250"/>
                <a:gd name="T50" fmla="*/ 63 w 171"/>
                <a:gd name="T51" fmla="*/ 92 h 250"/>
                <a:gd name="T52" fmla="*/ 46 w 171"/>
                <a:gd name="T53" fmla="*/ 75 h 250"/>
                <a:gd name="T54" fmla="*/ 41 w 171"/>
                <a:gd name="T55" fmla="*/ 54 h 250"/>
                <a:gd name="T56" fmla="*/ 47 w 171"/>
                <a:gd name="T57" fmla="*/ 33 h 250"/>
                <a:gd name="T58" fmla="*/ 64 w 171"/>
                <a:gd name="T59" fmla="*/ 21 h 250"/>
                <a:gd name="T60" fmla="*/ 89 w 171"/>
                <a:gd name="T61" fmla="*/ 16 h 250"/>
                <a:gd name="T62" fmla="*/ 115 w 171"/>
                <a:gd name="T63" fmla="*/ 20 h 250"/>
                <a:gd name="T64" fmla="*/ 132 w 171"/>
                <a:gd name="T65" fmla="*/ 32 h 250"/>
                <a:gd name="T66" fmla="*/ 144 w 171"/>
                <a:gd name="T67" fmla="*/ 56 h 250"/>
                <a:gd name="T68" fmla="*/ 166 w 171"/>
                <a:gd name="T69" fmla="*/ 56 h 250"/>
                <a:gd name="T70" fmla="*/ 166 w 171"/>
                <a:gd name="T71" fmla="*/ 8 h 250"/>
                <a:gd name="T72" fmla="*/ 127 w 171"/>
                <a:gd name="T73" fmla="*/ 2 h 250"/>
                <a:gd name="T74" fmla="*/ 96 w 171"/>
                <a:gd name="T75" fmla="*/ 0 h 25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71" h="250">
                  <a:moveTo>
                    <a:pt x="96" y="0"/>
                  </a:moveTo>
                  <a:cubicBezTo>
                    <a:pt x="77" y="0"/>
                    <a:pt x="61" y="3"/>
                    <a:pt x="46" y="8"/>
                  </a:cubicBezTo>
                  <a:cubicBezTo>
                    <a:pt x="32" y="14"/>
                    <a:pt x="21" y="21"/>
                    <a:pt x="14" y="31"/>
                  </a:cubicBezTo>
                  <a:cubicBezTo>
                    <a:pt x="6" y="41"/>
                    <a:pt x="3" y="52"/>
                    <a:pt x="3" y="66"/>
                  </a:cubicBezTo>
                  <a:cubicBezTo>
                    <a:pt x="3" y="75"/>
                    <a:pt x="5" y="84"/>
                    <a:pt x="10" y="91"/>
                  </a:cubicBezTo>
                  <a:cubicBezTo>
                    <a:pt x="15" y="99"/>
                    <a:pt x="22" y="106"/>
                    <a:pt x="31" y="113"/>
                  </a:cubicBezTo>
                  <a:cubicBezTo>
                    <a:pt x="41" y="119"/>
                    <a:pt x="54" y="126"/>
                    <a:pt x="71" y="133"/>
                  </a:cubicBezTo>
                  <a:cubicBezTo>
                    <a:pt x="88" y="140"/>
                    <a:pt x="100" y="147"/>
                    <a:pt x="109" y="152"/>
                  </a:cubicBezTo>
                  <a:cubicBezTo>
                    <a:pt x="117" y="157"/>
                    <a:pt x="123" y="163"/>
                    <a:pt x="126" y="169"/>
                  </a:cubicBezTo>
                  <a:cubicBezTo>
                    <a:pt x="130" y="175"/>
                    <a:pt x="132" y="182"/>
                    <a:pt x="132" y="192"/>
                  </a:cubicBezTo>
                  <a:cubicBezTo>
                    <a:pt x="132" y="205"/>
                    <a:pt x="128" y="216"/>
                    <a:pt x="119" y="223"/>
                  </a:cubicBezTo>
                  <a:cubicBezTo>
                    <a:pt x="110" y="231"/>
                    <a:pt x="97" y="234"/>
                    <a:pt x="81" y="234"/>
                  </a:cubicBezTo>
                  <a:cubicBezTo>
                    <a:pt x="69" y="234"/>
                    <a:pt x="59" y="233"/>
                    <a:pt x="51" y="230"/>
                  </a:cubicBezTo>
                  <a:cubicBezTo>
                    <a:pt x="44" y="227"/>
                    <a:pt x="38" y="222"/>
                    <a:pt x="33" y="216"/>
                  </a:cubicBezTo>
                  <a:cubicBezTo>
                    <a:pt x="28" y="210"/>
                    <a:pt x="24" y="202"/>
                    <a:pt x="21" y="192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0" y="241"/>
                    <a:pt x="0" y="241"/>
                    <a:pt x="0" y="241"/>
                  </a:cubicBezTo>
                  <a:cubicBezTo>
                    <a:pt x="29" y="247"/>
                    <a:pt x="55" y="250"/>
                    <a:pt x="77" y="250"/>
                  </a:cubicBezTo>
                  <a:cubicBezTo>
                    <a:pt x="91" y="250"/>
                    <a:pt x="103" y="249"/>
                    <a:pt x="115" y="246"/>
                  </a:cubicBezTo>
                  <a:cubicBezTo>
                    <a:pt x="126" y="244"/>
                    <a:pt x="136" y="240"/>
                    <a:pt x="144" y="234"/>
                  </a:cubicBezTo>
                  <a:cubicBezTo>
                    <a:pt x="153" y="229"/>
                    <a:pt x="159" y="222"/>
                    <a:pt x="164" y="213"/>
                  </a:cubicBezTo>
                  <a:cubicBezTo>
                    <a:pt x="168" y="205"/>
                    <a:pt x="171" y="194"/>
                    <a:pt x="171" y="182"/>
                  </a:cubicBezTo>
                  <a:cubicBezTo>
                    <a:pt x="171" y="170"/>
                    <a:pt x="168" y="161"/>
                    <a:pt x="162" y="152"/>
                  </a:cubicBezTo>
                  <a:cubicBezTo>
                    <a:pt x="157" y="144"/>
                    <a:pt x="149" y="136"/>
                    <a:pt x="139" y="130"/>
                  </a:cubicBezTo>
                  <a:cubicBezTo>
                    <a:pt x="129" y="123"/>
                    <a:pt x="115" y="116"/>
                    <a:pt x="97" y="109"/>
                  </a:cubicBezTo>
                  <a:cubicBezTo>
                    <a:pt x="82" y="102"/>
                    <a:pt x="71" y="97"/>
                    <a:pt x="63" y="92"/>
                  </a:cubicBezTo>
                  <a:cubicBezTo>
                    <a:pt x="55" y="87"/>
                    <a:pt x="50" y="81"/>
                    <a:pt x="46" y="75"/>
                  </a:cubicBezTo>
                  <a:cubicBezTo>
                    <a:pt x="43" y="70"/>
                    <a:pt x="41" y="62"/>
                    <a:pt x="41" y="54"/>
                  </a:cubicBezTo>
                  <a:cubicBezTo>
                    <a:pt x="41" y="46"/>
                    <a:pt x="43" y="39"/>
                    <a:pt x="47" y="33"/>
                  </a:cubicBezTo>
                  <a:cubicBezTo>
                    <a:pt x="51" y="28"/>
                    <a:pt x="57" y="23"/>
                    <a:pt x="64" y="21"/>
                  </a:cubicBezTo>
                  <a:cubicBezTo>
                    <a:pt x="72" y="18"/>
                    <a:pt x="80" y="16"/>
                    <a:pt x="89" y="16"/>
                  </a:cubicBezTo>
                  <a:cubicBezTo>
                    <a:pt x="100" y="16"/>
                    <a:pt x="108" y="17"/>
                    <a:pt x="115" y="20"/>
                  </a:cubicBezTo>
                  <a:cubicBezTo>
                    <a:pt x="122" y="22"/>
                    <a:pt x="127" y="26"/>
                    <a:pt x="132" y="32"/>
                  </a:cubicBezTo>
                  <a:cubicBezTo>
                    <a:pt x="137" y="38"/>
                    <a:pt x="141" y="46"/>
                    <a:pt x="144" y="56"/>
                  </a:cubicBezTo>
                  <a:cubicBezTo>
                    <a:pt x="166" y="56"/>
                    <a:pt x="166" y="56"/>
                    <a:pt x="166" y="56"/>
                  </a:cubicBezTo>
                  <a:cubicBezTo>
                    <a:pt x="166" y="8"/>
                    <a:pt x="166" y="8"/>
                    <a:pt x="166" y="8"/>
                  </a:cubicBezTo>
                  <a:cubicBezTo>
                    <a:pt x="150" y="5"/>
                    <a:pt x="137" y="3"/>
                    <a:pt x="127" y="2"/>
                  </a:cubicBezTo>
                  <a:cubicBezTo>
                    <a:pt x="117" y="1"/>
                    <a:pt x="106" y="0"/>
                    <a:pt x="96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3" name="Freeform 302"/>
            <p:cNvSpPr/>
            <p:nvPr/>
          </p:nvSpPr>
          <p:spPr bwMode="auto">
            <a:xfrm>
              <a:off x="3610927" y="2122744"/>
              <a:ext cx="32939" cy="89060"/>
            </a:xfrm>
            <a:custGeom>
              <a:avLst/>
              <a:gdLst>
                <a:gd name="T0" fmla="*/ 90 w 90"/>
                <a:gd name="T1" fmla="*/ 0 h 244"/>
                <a:gd name="T2" fmla="*/ 0 w 90"/>
                <a:gd name="T3" fmla="*/ 0 h 244"/>
                <a:gd name="T4" fmla="*/ 0 w 90"/>
                <a:gd name="T5" fmla="*/ 9 h 244"/>
                <a:gd name="T6" fmla="*/ 14 w 90"/>
                <a:gd name="T7" fmla="*/ 13 h 244"/>
                <a:gd name="T8" fmla="*/ 20 w 90"/>
                <a:gd name="T9" fmla="*/ 18 h 244"/>
                <a:gd name="T10" fmla="*/ 24 w 90"/>
                <a:gd name="T11" fmla="*/ 27 h 244"/>
                <a:gd name="T12" fmla="*/ 25 w 90"/>
                <a:gd name="T13" fmla="*/ 45 h 244"/>
                <a:gd name="T14" fmla="*/ 25 w 90"/>
                <a:gd name="T15" fmla="*/ 199 h 244"/>
                <a:gd name="T16" fmla="*/ 24 w 90"/>
                <a:gd name="T17" fmla="*/ 219 h 244"/>
                <a:gd name="T18" fmla="*/ 18 w 90"/>
                <a:gd name="T19" fmla="*/ 229 h 244"/>
                <a:gd name="T20" fmla="*/ 0 w 90"/>
                <a:gd name="T21" fmla="*/ 235 h 244"/>
                <a:gd name="T22" fmla="*/ 0 w 90"/>
                <a:gd name="T23" fmla="*/ 244 h 244"/>
                <a:gd name="T24" fmla="*/ 90 w 90"/>
                <a:gd name="T25" fmla="*/ 244 h 244"/>
                <a:gd name="T26" fmla="*/ 90 w 90"/>
                <a:gd name="T27" fmla="*/ 235 h 244"/>
                <a:gd name="T28" fmla="*/ 75 w 90"/>
                <a:gd name="T29" fmla="*/ 231 h 244"/>
                <a:gd name="T30" fmla="*/ 69 w 90"/>
                <a:gd name="T31" fmla="*/ 226 h 244"/>
                <a:gd name="T32" fmla="*/ 66 w 90"/>
                <a:gd name="T33" fmla="*/ 217 h 244"/>
                <a:gd name="T34" fmla="*/ 65 w 90"/>
                <a:gd name="T35" fmla="*/ 199 h 244"/>
                <a:gd name="T36" fmla="*/ 65 w 90"/>
                <a:gd name="T37" fmla="*/ 45 h 244"/>
                <a:gd name="T38" fmla="*/ 66 w 90"/>
                <a:gd name="T39" fmla="*/ 27 h 244"/>
                <a:gd name="T40" fmla="*/ 70 w 90"/>
                <a:gd name="T41" fmla="*/ 18 h 244"/>
                <a:gd name="T42" fmla="*/ 76 w 90"/>
                <a:gd name="T43" fmla="*/ 13 h 244"/>
                <a:gd name="T44" fmla="*/ 90 w 90"/>
                <a:gd name="T45" fmla="*/ 9 h 244"/>
                <a:gd name="T46" fmla="*/ 90 w 90"/>
                <a:gd name="T47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</a:cxnLst>
              <a:rect l="0" t="0" r="r" b="b"/>
              <a:pathLst>
                <a:path w="90" h="244">
                  <a:moveTo>
                    <a:pt x="9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7" y="10"/>
                    <a:pt x="11" y="12"/>
                    <a:pt x="14" y="13"/>
                  </a:cubicBezTo>
                  <a:cubicBezTo>
                    <a:pt x="17" y="14"/>
                    <a:pt x="19" y="16"/>
                    <a:pt x="20" y="18"/>
                  </a:cubicBezTo>
                  <a:cubicBezTo>
                    <a:pt x="22" y="20"/>
                    <a:pt x="23" y="23"/>
                    <a:pt x="24" y="27"/>
                  </a:cubicBezTo>
                  <a:cubicBezTo>
                    <a:pt x="25" y="31"/>
                    <a:pt x="25" y="37"/>
                    <a:pt x="25" y="45"/>
                  </a:cubicBezTo>
                  <a:cubicBezTo>
                    <a:pt x="25" y="199"/>
                    <a:pt x="25" y="199"/>
                    <a:pt x="25" y="199"/>
                  </a:cubicBezTo>
                  <a:cubicBezTo>
                    <a:pt x="25" y="208"/>
                    <a:pt x="25" y="215"/>
                    <a:pt x="24" y="219"/>
                  </a:cubicBezTo>
                  <a:cubicBezTo>
                    <a:pt x="23" y="223"/>
                    <a:pt x="21" y="227"/>
                    <a:pt x="18" y="229"/>
                  </a:cubicBezTo>
                  <a:cubicBezTo>
                    <a:pt x="15" y="231"/>
                    <a:pt x="9" y="233"/>
                    <a:pt x="0" y="235"/>
                  </a:cubicBezTo>
                  <a:cubicBezTo>
                    <a:pt x="0" y="244"/>
                    <a:pt x="0" y="244"/>
                    <a:pt x="0" y="244"/>
                  </a:cubicBezTo>
                  <a:cubicBezTo>
                    <a:pt x="90" y="244"/>
                    <a:pt x="90" y="244"/>
                    <a:pt x="90" y="244"/>
                  </a:cubicBezTo>
                  <a:cubicBezTo>
                    <a:pt x="90" y="235"/>
                    <a:pt x="90" y="235"/>
                    <a:pt x="90" y="235"/>
                  </a:cubicBezTo>
                  <a:cubicBezTo>
                    <a:pt x="83" y="234"/>
                    <a:pt x="78" y="232"/>
                    <a:pt x="75" y="231"/>
                  </a:cubicBezTo>
                  <a:cubicBezTo>
                    <a:pt x="73" y="230"/>
                    <a:pt x="71" y="228"/>
                    <a:pt x="69" y="226"/>
                  </a:cubicBezTo>
                  <a:cubicBezTo>
                    <a:pt x="67" y="223"/>
                    <a:pt x="66" y="221"/>
                    <a:pt x="66" y="217"/>
                  </a:cubicBezTo>
                  <a:cubicBezTo>
                    <a:pt x="65" y="213"/>
                    <a:pt x="65" y="207"/>
                    <a:pt x="65" y="199"/>
                  </a:cubicBezTo>
                  <a:cubicBezTo>
                    <a:pt x="65" y="45"/>
                    <a:pt x="65" y="45"/>
                    <a:pt x="65" y="45"/>
                  </a:cubicBezTo>
                  <a:cubicBezTo>
                    <a:pt x="65" y="37"/>
                    <a:pt x="65" y="31"/>
                    <a:pt x="66" y="27"/>
                  </a:cubicBezTo>
                  <a:cubicBezTo>
                    <a:pt x="67" y="23"/>
                    <a:pt x="68" y="20"/>
                    <a:pt x="70" y="18"/>
                  </a:cubicBezTo>
                  <a:cubicBezTo>
                    <a:pt x="71" y="16"/>
                    <a:pt x="73" y="14"/>
                    <a:pt x="76" y="13"/>
                  </a:cubicBezTo>
                  <a:cubicBezTo>
                    <a:pt x="79" y="12"/>
                    <a:pt x="83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4" name="Freeform 303"/>
            <p:cNvSpPr/>
            <p:nvPr/>
          </p:nvSpPr>
          <p:spPr bwMode="auto">
            <a:xfrm>
              <a:off x="3658100" y="2122744"/>
              <a:ext cx="83367" cy="89060"/>
            </a:xfrm>
            <a:custGeom>
              <a:avLst/>
              <a:gdLst>
                <a:gd name="T0" fmla="*/ 229 w 229"/>
                <a:gd name="T1" fmla="*/ 0 h 244"/>
                <a:gd name="T2" fmla="*/ 0 w 229"/>
                <a:gd name="T3" fmla="*/ 0 h 244"/>
                <a:gd name="T4" fmla="*/ 0 w 229"/>
                <a:gd name="T5" fmla="*/ 62 h 244"/>
                <a:gd name="T6" fmla="*/ 21 w 229"/>
                <a:gd name="T7" fmla="*/ 62 h 244"/>
                <a:gd name="T8" fmla="*/ 30 w 229"/>
                <a:gd name="T9" fmla="*/ 39 h 244"/>
                <a:gd name="T10" fmla="*/ 40 w 229"/>
                <a:gd name="T11" fmla="*/ 24 h 244"/>
                <a:gd name="T12" fmla="*/ 52 w 229"/>
                <a:gd name="T13" fmla="*/ 18 h 244"/>
                <a:gd name="T14" fmla="*/ 68 w 229"/>
                <a:gd name="T15" fmla="*/ 16 h 244"/>
                <a:gd name="T16" fmla="*/ 95 w 229"/>
                <a:gd name="T17" fmla="*/ 16 h 244"/>
                <a:gd name="T18" fmla="*/ 95 w 229"/>
                <a:gd name="T19" fmla="*/ 199 h 244"/>
                <a:gd name="T20" fmla="*/ 94 w 229"/>
                <a:gd name="T21" fmla="*/ 215 h 244"/>
                <a:gd name="T22" fmla="*/ 91 w 229"/>
                <a:gd name="T23" fmla="*/ 224 h 244"/>
                <a:gd name="T24" fmla="*/ 85 w 229"/>
                <a:gd name="T25" fmla="*/ 229 h 244"/>
                <a:gd name="T26" fmla="*/ 78 w 229"/>
                <a:gd name="T27" fmla="*/ 233 h 244"/>
                <a:gd name="T28" fmla="*/ 66 w 229"/>
                <a:gd name="T29" fmla="*/ 235 h 244"/>
                <a:gd name="T30" fmla="*/ 66 w 229"/>
                <a:gd name="T31" fmla="*/ 244 h 244"/>
                <a:gd name="T32" fmla="*/ 163 w 229"/>
                <a:gd name="T33" fmla="*/ 244 h 244"/>
                <a:gd name="T34" fmla="*/ 163 w 229"/>
                <a:gd name="T35" fmla="*/ 235 h 244"/>
                <a:gd name="T36" fmla="*/ 148 w 229"/>
                <a:gd name="T37" fmla="*/ 231 h 244"/>
                <a:gd name="T38" fmla="*/ 140 w 229"/>
                <a:gd name="T39" fmla="*/ 226 h 244"/>
                <a:gd name="T40" fmla="*/ 136 w 229"/>
                <a:gd name="T41" fmla="*/ 216 h 244"/>
                <a:gd name="T42" fmla="*/ 135 w 229"/>
                <a:gd name="T43" fmla="*/ 199 h 244"/>
                <a:gd name="T44" fmla="*/ 135 w 229"/>
                <a:gd name="T45" fmla="*/ 16 h 244"/>
                <a:gd name="T46" fmla="*/ 161 w 229"/>
                <a:gd name="T47" fmla="*/ 16 h 244"/>
                <a:gd name="T48" fmla="*/ 179 w 229"/>
                <a:gd name="T49" fmla="*/ 18 h 244"/>
                <a:gd name="T50" fmla="*/ 190 w 229"/>
                <a:gd name="T51" fmla="*/ 25 h 244"/>
                <a:gd name="T52" fmla="*/ 199 w 229"/>
                <a:gd name="T53" fmla="*/ 38 h 244"/>
                <a:gd name="T54" fmla="*/ 208 w 229"/>
                <a:gd name="T55" fmla="*/ 62 h 244"/>
                <a:gd name="T56" fmla="*/ 229 w 229"/>
                <a:gd name="T57" fmla="*/ 62 h 244"/>
                <a:gd name="T58" fmla="*/ 229 w 229"/>
                <a:gd name="T59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29" h="244">
                  <a:moveTo>
                    <a:pt x="229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0" y="62"/>
                    <a:pt x="0" y="62"/>
                    <a:pt x="0" y="62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24" y="53"/>
                    <a:pt x="27" y="45"/>
                    <a:pt x="30" y="39"/>
                  </a:cubicBezTo>
                  <a:cubicBezTo>
                    <a:pt x="33" y="32"/>
                    <a:pt x="36" y="28"/>
                    <a:pt x="40" y="24"/>
                  </a:cubicBezTo>
                  <a:cubicBezTo>
                    <a:pt x="44" y="21"/>
                    <a:pt x="47" y="19"/>
                    <a:pt x="52" y="18"/>
                  </a:cubicBezTo>
                  <a:cubicBezTo>
                    <a:pt x="56" y="16"/>
                    <a:pt x="62" y="16"/>
                    <a:pt x="68" y="16"/>
                  </a:cubicBezTo>
                  <a:cubicBezTo>
                    <a:pt x="95" y="16"/>
                    <a:pt x="95" y="16"/>
                    <a:pt x="95" y="16"/>
                  </a:cubicBezTo>
                  <a:cubicBezTo>
                    <a:pt x="95" y="199"/>
                    <a:pt x="95" y="199"/>
                    <a:pt x="95" y="199"/>
                  </a:cubicBezTo>
                  <a:cubicBezTo>
                    <a:pt x="95" y="206"/>
                    <a:pt x="94" y="211"/>
                    <a:pt x="94" y="215"/>
                  </a:cubicBezTo>
                  <a:cubicBezTo>
                    <a:pt x="93" y="219"/>
                    <a:pt x="92" y="222"/>
                    <a:pt x="91" y="224"/>
                  </a:cubicBezTo>
                  <a:cubicBezTo>
                    <a:pt x="89" y="226"/>
                    <a:pt x="88" y="228"/>
                    <a:pt x="85" y="229"/>
                  </a:cubicBezTo>
                  <a:cubicBezTo>
                    <a:pt x="83" y="231"/>
                    <a:pt x="81" y="232"/>
                    <a:pt x="78" y="233"/>
                  </a:cubicBezTo>
                  <a:cubicBezTo>
                    <a:pt x="74" y="234"/>
                    <a:pt x="71" y="234"/>
                    <a:pt x="66" y="235"/>
                  </a:cubicBezTo>
                  <a:cubicBezTo>
                    <a:pt x="66" y="244"/>
                    <a:pt x="66" y="244"/>
                    <a:pt x="66" y="244"/>
                  </a:cubicBezTo>
                  <a:cubicBezTo>
                    <a:pt x="163" y="244"/>
                    <a:pt x="163" y="244"/>
                    <a:pt x="163" y="244"/>
                  </a:cubicBezTo>
                  <a:cubicBezTo>
                    <a:pt x="163" y="235"/>
                    <a:pt x="163" y="235"/>
                    <a:pt x="163" y="235"/>
                  </a:cubicBezTo>
                  <a:cubicBezTo>
                    <a:pt x="156" y="234"/>
                    <a:pt x="151" y="233"/>
                    <a:pt x="148" y="231"/>
                  </a:cubicBezTo>
                  <a:cubicBezTo>
                    <a:pt x="145" y="230"/>
                    <a:pt x="142" y="228"/>
                    <a:pt x="140" y="226"/>
                  </a:cubicBezTo>
                  <a:cubicBezTo>
                    <a:pt x="138" y="223"/>
                    <a:pt x="137" y="220"/>
                    <a:pt x="136" y="216"/>
                  </a:cubicBezTo>
                  <a:cubicBezTo>
                    <a:pt x="135" y="211"/>
                    <a:pt x="135" y="206"/>
                    <a:pt x="135" y="199"/>
                  </a:cubicBezTo>
                  <a:cubicBezTo>
                    <a:pt x="135" y="16"/>
                    <a:pt x="135" y="16"/>
                    <a:pt x="135" y="16"/>
                  </a:cubicBezTo>
                  <a:cubicBezTo>
                    <a:pt x="161" y="16"/>
                    <a:pt x="161" y="16"/>
                    <a:pt x="161" y="16"/>
                  </a:cubicBezTo>
                  <a:cubicBezTo>
                    <a:pt x="169" y="16"/>
                    <a:pt x="175" y="16"/>
                    <a:pt x="179" y="18"/>
                  </a:cubicBezTo>
                  <a:cubicBezTo>
                    <a:pt x="183" y="19"/>
                    <a:pt x="186" y="21"/>
                    <a:pt x="190" y="25"/>
                  </a:cubicBezTo>
                  <a:cubicBezTo>
                    <a:pt x="193" y="28"/>
                    <a:pt x="196" y="32"/>
                    <a:pt x="199" y="38"/>
                  </a:cubicBezTo>
                  <a:cubicBezTo>
                    <a:pt x="202" y="44"/>
                    <a:pt x="205" y="52"/>
                    <a:pt x="208" y="62"/>
                  </a:cubicBezTo>
                  <a:cubicBezTo>
                    <a:pt x="229" y="62"/>
                    <a:pt x="229" y="62"/>
                    <a:pt x="229" y="62"/>
                  </a:cubicBezTo>
                  <a:cubicBezTo>
                    <a:pt x="229" y="0"/>
                    <a:pt x="229" y="0"/>
                    <a:pt x="229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sp>
          <p:nvSpPr>
            <p:cNvPr id="85" name="Freeform 304"/>
            <p:cNvSpPr/>
            <p:nvPr/>
          </p:nvSpPr>
          <p:spPr bwMode="auto">
            <a:xfrm>
              <a:off x="3747974" y="2122744"/>
              <a:ext cx="89467" cy="89060"/>
            </a:xfrm>
            <a:custGeom>
              <a:avLst/>
              <a:gdLst>
                <a:gd name="T0" fmla="*/ 245 w 245"/>
                <a:gd name="T1" fmla="*/ 0 h 244"/>
                <a:gd name="T2" fmla="*/ 165 w 245"/>
                <a:gd name="T3" fmla="*/ 0 h 244"/>
                <a:gd name="T4" fmla="*/ 165 w 245"/>
                <a:gd name="T5" fmla="*/ 9 h 244"/>
                <a:gd name="T6" fmla="*/ 179 w 245"/>
                <a:gd name="T7" fmla="*/ 13 h 244"/>
                <a:gd name="T8" fmla="*/ 183 w 245"/>
                <a:gd name="T9" fmla="*/ 23 h 244"/>
                <a:gd name="T10" fmla="*/ 180 w 245"/>
                <a:gd name="T11" fmla="*/ 38 h 244"/>
                <a:gd name="T12" fmla="*/ 168 w 245"/>
                <a:gd name="T13" fmla="*/ 59 h 244"/>
                <a:gd name="T14" fmla="*/ 126 w 245"/>
                <a:gd name="T15" fmla="*/ 121 h 244"/>
                <a:gd name="T16" fmla="*/ 83 w 245"/>
                <a:gd name="T17" fmla="*/ 53 h 244"/>
                <a:gd name="T18" fmla="*/ 73 w 245"/>
                <a:gd name="T19" fmla="*/ 35 h 244"/>
                <a:gd name="T20" fmla="*/ 70 w 245"/>
                <a:gd name="T21" fmla="*/ 23 h 244"/>
                <a:gd name="T22" fmla="*/ 90 w 245"/>
                <a:gd name="T23" fmla="*/ 9 h 244"/>
                <a:gd name="T24" fmla="*/ 90 w 245"/>
                <a:gd name="T25" fmla="*/ 0 h 244"/>
                <a:gd name="T26" fmla="*/ 0 w 245"/>
                <a:gd name="T27" fmla="*/ 0 h 244"/>
                <a:gd name="T28" fmla="*/ 0 w 245"/>
                <a:gd name="T29" fmla="*/ 9 h 244"/>
                <a:gd name="T30" fmla="*/ 13 w 245"/>
                <a:gd name="T31" fmla="*/ 15 h 244"/>
                <a:gd name="T32" fmla="*/ 24 w 245"/>
                <a:gd name="T33" fmla="*/ 26 h 244"/>
                <a:gd name="T34" fmla="*/ 40 w 245"/>
                <a:gd name="T35" fmla="*/ 50 h 244"/>
                <a:gd name="T36" fmla="*/ 98 w 245"/>
                <a:gd name="T37" fmla="*/ 142 h 244"/>
                <a:gd name="T38" fmla="*/ 98 w 245"/>
                <a:gd name="T39" fmla="*/ 199 h 244"/>
                <a:gd name="T40" fmla="*/ 97 w 245"/>
                <a:gd name="T41" fmla="*/ 216 h 244"/>
                <a:gd name="T42" fmla="*/ 93 w 245"/>
                <a:gd name="T43" fmla="*/ 226 h 244"/>
                <a:gd name="T44" fmla="*/ 85 w 245"/>
                <a:gd name="T45" fmla="*/ 231 h 244"/>
                <a:gd name="T46" fmla="*/ 70 w 245"/>
                <a:gd name="T47" fmla="*/ 235 h 244"/>
                <a:gd name="T48" fmla="*/ 70 w 245"/>
                <a:gd name="T49" fmla="*/ 244 h 244"/>
                <a:gd name="T50" fmla="*/ 167 w 245"/>
                <a:gd name="T51" fmla="*/ 244 h 244"/>
                <a:gd name="T52" fmla="*/ 167 w 245"/>
                <a:gd name="T53" fmla="*/ 235 h 244"/>
                <a:gd name="T54" fmla="*/ 151 w 245"/>
                <a:gd name="T55" fmla="*/ 231 h 244"/>
                <a:gd name="T56" fmla="*/ 144 w 245"/>
                <a:gd name="T57" fmla="*/ 225 h 244"/>
                <a:gd name="T58" fmla="*/ 139 w 245"/>
                <a:gd name="T59" fmla="*/ 215 h 244"/>
                <a:gd name="T60" fmla="*/ 138 w 245"/>
                <a:gd name="T61" fmla="*/ 199 h 244"/>
                <a:gd name="T62" fmla="*/ 138 w 245"/>
                <a:gd name="T63" fmla="*/ 141 h 244"/>
                <a:gd name="T64" fmla="*/ 197 w 245"/>
                <a:gd name="T65" fmla="*/ 56 h 244"/>
                <a:gd name="T66" fmla="*/ 217 w 245"/>
                <a:gd name="T67" fmla="*/ 29 h 244"/>
                <a:gd name="T68" fmla="*/ 230 w 245"/>
                <a:gd name="T69" fmla="*/ 16 h 244"/>
                <a:gd name="T70" fmla="*/ 245 w 245"/>
                <a:gd name="T71" fmla="*/ 9 h 244"/>
                <a:gd name="T72" fmla="*/ 245 w 245"/>
                <a:gd name="T73" fmla="*/ 0 h 2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245" h="244">
                  <a:moveTo>
                    <a:pt x="245" y="0"/>
                  </a:moveTo>
                  <a:cubicBezTo>
                    <a:pt x="165" y="0"/>
                    <a:pt x="165" y="0"/>
                    <a:pt x="165" y="0"/>
                  </a:cubicBezTo>
                  <a:cubicBezTo>
                    <a:pt x="165" y="9"/>
                    <a:pt x="165" y="9"/>
                    <a:pt x="165" y="9"/>
                  </a:cubicBezTo>
                  <a:cubicBezTo>
                    <a:pt x="171" y="9"/>
                    <a:pt x="176" y="11"/>
                    <a:pt x="179" y="13"/>
                  </a:cubicBezTo>
                  <a:cubicBezTo>
                    <a:pt x="182" y="16"/>
                    <a:pt x="183" y="19"/>
                    <a:pt x="183" y="23"/>
                  </a:cubicBezTo>
                  <a:cubicBezTo>
                    <a:pt x="183" y="28"/>
                    <a:pt x="182" y="33"/>
                    <a:pt x="180" y="38"/>
                  </a:cubicBezTo>
                  <a:cubicBezTo>
                    <a:pt x="177" y="44"/>
                    <a:pt x="173" y="51"/>
                    <a:pt x="168" y="59"/>
                  </a:cubicBezTo>
                  <a:cubicBezTo>
                    <a:pt x="126" y="121"/>
                    <a:pt x="126" y="121"/>
                    <a:pt x="126" y="121"/>
                  </a:cubicBezTo>
                  <a:cubicBezTo>
                    <a:pt x="83" y="53"/>
                    <a:pt x="83" y="53"/>
                    <a:pt x="83" y="53"/>
                  </a:cubicBezTo>
                  <a:cubicBezTo>
                    <a:pt x="78" y="45"/>
                    <a:pt x="75" y="39"/>
                    <a:pt x="73" y="35"/>
                  </a:cubicBezTo>
                  <a:cubicBezTo>
                    <a:pt x="71" y="31"/>
                    <a:pt x="70" y="27"/>
                    <a:pt x="70" y="23"/>
                  </a:cubicBezTo>
                  <a:cubicBezTo>
                    <a:pt x="70" y="15"/>
                    <a:pt x="77" y="10"/>
                    <a:pt x="90" y="9"/>
                  </a:cubicBezTo>
                  <a:cubicBezTo>
                    <a:pt x="90" y="0"/>
                    <a:pt x="90" y="0"/>
                    <a:pt x="90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9"/>
                    <a:pt x="0" y="9"/>
                    <a:pt x="0" y="9"/>
                  </a:cubicBezTo>
                  <a:cubicBezTo>
                    <a:pt x="5" y="10"/>
                    <a:pt x="9" y="12"/>
                    <a:pt x="13" y="15"/>
                  </a:cubicBezTo>
                  <a:cubicBezTo>
                    <a:pt x="16" y="18"/>
                    <a:pt x="20" y="21"/>
                    <a:pt x="24" y="26"/>
                  </a:cubicBezTo>
                  <a:cubicBezTo>
                    <a:pt x="28" y="31"/>
                    <a:pt x="33" y="39"/>
                    <a:pt x="40" y="50"/>
                  </a:cubicBezTo>
                  <a:cubicBezTo>
                    <a:pt x="98" y="142"/>
                    <a:pt x="98" y="142"/>
                    <a:pt x="98" y="142"/>
                  </a:cubicBezTo>
                  <a:cubicBezTo>
                    <a:pt x="98" y="199"/>
                    <a:pt x="98" y="199"/>
                    <a:pt x="98" y="199"/>
                  </a:cubicBezTo>
                  <a:cubicBezTo>
                    <a:pt x="98" y="206"/>
                    <a:pt x="98" y="211"/>
                    <a:pt x="97" y="216"/>
                  </a:cubicBezTo>
                  <a:cubicBezTo>
                    <a:pt x="96" y="220"/>
                    <a:pt x="95" y="223"/>
                    <a:pt x="93" y="226"/>
                  </a:cubicBezTo>
                  <a:cubicBezTo>
                    <a:pt x="91" y="228"/>
                    <a:pt x="88" y="230"/>
                    <a:pt x="85" y="231"/>
                  </a:cubicBezTo>
                  <a:cubicBezTo>
                    <a:pt x="82" y="233"/>
                    <a:pt x="77" y="234"/>
                    <a:pt x="70" y="235"/>
                  </a:cubicBezTo>
                  <a:cubicBezTo>
                    <a:pt x="70" y="244"/>
                    <a:pt x="70" y="244"/>
                    <a:pt x="70" y="244"/>
                  </a:cubicBezTo>
                  <a:cubicBezTo>
                    <a:pt x="167" y="244"/>
                    <a:pt x="167" y="244"/>
                    <a:pt x="167" y="244"/>
                  </a:cubicBezTo>
                  <a:cubicBezTo>
                    <a:pt x="167" y="235"/>
                    <a:pt x="167" y="235"/>
                    <a:pt x="167" y="235"/>
                  </a:cubicBezTo>
                  <a:cubicBezTo>
                    <a:pt x="160" y="234"/>
                    <a:pt x="155" y="233"/>
                    <a:pt x="151" y="231"/>
                  </a:cubicBezTo>
                  <a:cubicBezTo>
                    <a:pt x="148" y="230"/>
                    <a:pt x="145" y="228"/>
                    <a:pt x="144" y="225"/>
                  </a:cubicBezTo>
                  <a:cubicBezTo>
                    <a:pt x="142" y="223"/>
                    <a:pt x="140" y="219"/>
                    <a:pt x="139" y="215"/>
                  </a:cubicBezTo>
                  <a:cubicBezTo>
                    <a:pt x="139" y="211"/>
                    <a:pt x="138" y="206"/>
                    <a:pt x="138" y="199"/>
                  </a:cubicBezTo>
                  <a:cubicBezTo>
                    <a:pt x="138" y="141"/>
                    <a:pt x="138" y="141"/>
                    <a:pt x="138" y="141"/>
                  </a:cubicBezTo>
                  <a:cubicBezTo>
                    <a:pt x="197" y="56"/>
                    <a:pt x="197" y="56"/>
                    <a:pt x="197" y="56"/>
                  </a:cubicBezTo>
                  <a:cubicBezTo>
                    <a:pt x="206" y="43"/>
                    <a:pt x="212" y="34"/>
                    <a:pt x="217" y="29"/>
                  </a:cubicBezTo>
                  <a:cubicBezTo>
                    <a:pt x="221" y="24"/>
                    <a:pt x="226" y="20"/>
                    <a:pt x="230" y="16"/>
                  </a:cubicBezTo>
                  <a:cubicBezTo>
                    <a:pt x="235" y="13"/>
                    <a:pt x="240" y="11"/>
                    <a:pt x="245" y="9"/>
                  </a:cubicBezTo>
                  <a:cubicBezTo>
                    <a:pt x="245" y="0"/>
                    <a:pt x="245" y="0"/>
                    <a:pt x="245" y="0"/>
                  </a:cubicBezTo>
                </a:path>
              </a:pathLst>
            </a:custGeom>
            <a:solidFill>
              <a:srgbClr val="231815">
                <a:alpha val="94000"/>
              </a:srgbClr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endParaRPr lang="zh-CN" altLang="en-US"/>
            </a:p>
          </p:txBody>
        </p:sp>
        <p:pic>
          <p:nvPicPr>
            <p:cNvPr id="86" name="图片 85"/>
            <p:cNvPicPr>
              <a:picLocks noChangeAspect="1"/>
            </p:cNvPicPr>
            <p:nvPr/>
          </p:nvPicPr>
          <p:blipFill>
            <a:blip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3386" y="1446438"/>
              <a:ext cx="630731" cy="835719"/>
            </a:xfrm>
            <a:prstGeom prst="rect">
              <a:avLst/>
            </a:prstGeom>
          </p:spPr>
        </p:pic>
      </p:grpSp>
      <p:sp>
        <p:nvSpPr>
          <p:cNvPr id="10" name="图片占位符 9"/>
          <p:cNvSpPr>
            <a:spLocks noGrp="1"/>
          </p:cNvSpPr>
          <p:nvPr>
            <p:ph type="pic" sz="quarter" idx="13"/>
          </p:nvPr>
        </p:nvSpPr>
        <p:spPr>
          <a:xfrm>
            <a:off x="1241425" y="1854507"/>
            <a:ext cx="2159000" cy="3822393"/>
          </a:xfrm>
          <a:prstGeom prst="roundRect">
            <a:avLst>
              <a:gd name="adj" fmla="val 431"/>
            </a:avLst>
          </a:prstGeom>
        </p:spPr>
        <p:txBody>
          <a:bodyPr/>
          <a:lstStyle/>
          <a:p>
            <a:endParaRPr lang="zh-CN" altLang="en-US" dirty="0"/>
          </a:p>
        </p:txBody>
      </p:sp>
      <p:pic>
        <p:nvPicPr>
          <p:cNvPr id="89" name="Picture 4"/>
          <p:cNvPicPr>
            <a:picLocks noChangeAspect="1"/>
          </p:cNvPicPr>
          <p:nvPr/>
        </p:nvPicPr>
        <p:blipFill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8744" y="1280834"/>
            <a:ext cx="2521688" cy="5031618"/>
          </a:xfrm>
          <a:prstGeom prst="rect">
            <a:avLst/>
          </a:prstGeo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423398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图片 6"/>
          <p:cNvPicPr>
            <a:picLocks noChangeAspect="1"/>
          </p:cNvPicPr>
          <p:nvPr userDrawn="1"/>
        </p:nvPicPr>
        <p:blipFill rotWithShape="1">
          <a:blip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1" r="351" b="16216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矩形 7"/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>
              <a:alpha val="92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</a:pPr>
            <a:endParaRPr lang="zh-CN" altLang="en-US"/>
          </a:p>
        </p:txBody>
      </p:sp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60400" y="310997"/>
            <a:ext cx="10858500" cy="82580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60400" y="1253330"/>
            <a:ext cx="10858500" cy="48807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636774"/>
            <a:ext cx="2743200" cy="2153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BEA80E99-CFCF-43B0-B784-147975B12AB5}" type="datetime1">
              <a:rPr lang="zh-CN" altLang="en-US" smtClean="0"/>
              <a:t>2026/7/17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636774"/>
            <a:ext cx="4114800" cy="2153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636774"/>
            <a:ext cx="2743200" cy="21532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54335CC-B077-4EFF-BFF9-2EFEE3F838E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  <p:sldLayoutId id="2147483663" r:id="rId14"/>
    <p:sldLayoutId id="2147483664" r:id="rId15"/>
    <p:sldLayoutId id="2147483665" r:id="rId16"/>
    <p:sldLayoutId id="2147483666" r:id="rId17"/>
    <p:sldLayoutId id="2147483667" r:id="rId18"/>
    <p:sldLayoutId id="214748366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3E639-5429-F6CA-29F0-15A3E80619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31268E4A-074E-D505-D85A-3521B700CE98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651625"/>
            <a:ext cx="2743200" cy="200025"/>
          </a:xfrm>
        </p:spPr>
        <p:txBody>
          <a:bodyPr/>
          <a:lstStyle/>
          <a:p>
            <a:fld id="{3A5FA3A1-F10B-4322-8B40-8C91174EDF97}" type="datetime1">
              <a:rPr lang="zh-CN" altLang="en-US" smtClean="0"/>
              <a:pPr/>
              <a:t>2026/7/17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2785C85-6847-9150-D3F7-AB913FF7685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51625"/>
            <a:ext cx="4114800" cy="200025"/>
          </a:xfrm>
        </p:spPr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88DA2E9-EF73-0447-B012-F93E4A0B9A7C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651625"/>
            <a:ext cx="2743200" cy="200025"/>
          </a:xfrm>
        </p:spPr>
        <p:txBody>
          <a:bodyPr/>
          <a:lstStyle/>
          <a:p>
            <a:fld id="{054335CC-B077-4EFF-BFF9-2EFEE3F838E2}" type="slidenum">
              <a:rPr lang="zh-CN" altLang="en-US" smtClean="0"/>
              <a:pPr/>
              <a:t>1</a:t>
            </a:fld>
            <a:endParaRPr lang="zh-CN" altLang="en-US"/>
          </a:p>
        </p:txBody>
      </p:sp>
      <p:pic>
        <p:nvPicPr>
          <p:cNvPr id="19" name="图片 18">
            <a:extLst>
              <a:ext uri="{FF2B5EF4-FFF2-40B4-BE49-F238E27FC236}">
                <a16:creationId xmlns:a16="http://schemas.microsoft.com/office/drawing/2014/main" id="{8FA77772-914F-306E-2B5C-CD3F1536967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31966"/>
            <a:ext cx="12192000" cy="5415741"/>
          </a:xfrm>
          <a:prstGeom prst="rect">
            <a:avLst/>
          </a:prstGeom>
        </p:spPr>
      </p:pic>
      <p:sp>
        <p:nvSpPr>
          <p:cNvPr id="23" name="文本框 22">
            <a:extLst>
              <a:ext uri="{FF2B5EF4-FFF2-40B4-BE49-F238E27FC236}">
                <a16:creationId xmlns:a16="http://schemas.microsoft.com/office/drawing/2014/main" id="{E3EEE96C-1C7C-5CDA-E669-93F1739EF7EA}"/>
              </a:ext>
            </a:extLst>
          </p:cNvPr>
          <p:cNvSpPr txBox="1"/>
          <p:nvPr/>
        </p:nvSpPr>
        <p:spPr>
          <a:xfrm>
            <a:off x="3729644" y="371739"/>
            <a:ext cx="6096000" cy="308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CN" altLang="zh-CN" sz="2800" b="1" dirty="0">
                <a:solidFill>
                  <a:srgbClr val="3C5881"/>
                </a:solidFill>
              </a:rPr>
              <a:t>05a_pvalue_comparison</a:t>
            </a:r>
          </a:p>
        </p:txBody>
      </p:sp>
    </p:spTree>
    <p:extLst>
      <p:ext uri="{BB962C8B-B14F-4D97-AF65-F5344CB8AC3E}">
        <p14:creationId xmlns:p14="http://schemas.microsoft.com/office/powerpoint/2010/main" val="33737092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66718F-B147-F85D-78AF-60FE6A6094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BABD17AF-72BB-D7D5-1278-A47D5C6FD26C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651625"/>
            <a:ext cx="2743200" cy="200025"/>
          </a:xfrm>
        </p:spPr>
        <p:txBody>
          <a:bodyPr/>
          <a:lstStyle/>
          <a:p>
            <a:fld id="{3A5FA3A1-F10B-4322-8B40-8C91174EDF97}" type="datetime1">
              <a:rPr lang="zh-CN" altLang="en-US" smtClean="0"/>
              <a:pPr/>
              <a:t>2026/7/17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CE65774-1A29-39FD-1359-84D0D485CA5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51625"/>
            <a:ext cx="4114800" cy="200025"/>
          </a:xfrm>
        </p:spPr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5FB132C5-06DE-9C3D-7FCC-6E0BC3089482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651625"/>
            <a:ext cx="2743200" cy="200025"/>
          </a:xfrm>
        </p:spPr>
        <p:txBody>
          <a:bodyPr/>
          <a:lstStyle/>
          <a:p>
            <a:fld id="{054335CC-B077-4EFF-BFF9-2EFEE3F838E2}" type="slidenum">
              <a:rPr lang="zh-CN" altLang="en-US" smtClean="0"/>
              <a:pPr/>
              <a:t>2</a:t>
            </a:fld>
            <a:endParaRPr lang="zh-CN" altLang="en-US"/>
          </a:p>
        </p:txBody>
      </p:sp>
      <p:pic>
        <p:nvPicPr>
          <p:cNvPr id="2" name="图片 1">
            <a:extLst>
              <a:ext uri="{FF2B5EF4-FFF2-40B4-BE49-F238E27FC236}">
                <a16:creationId xmlns:a16="http://schemas.microsoft.com/office/drawing/2014/main" id="{B7D2352E-6A93-9AC0-3034-E164FCC4646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9971" y="526472"/>
            <a:ext cx="6567055" cy="5922899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57F65DAF-2502-C256-4353-4F417A352389}"/>
              </a:ext>
            </a:extLst>
          </p:cNvPr>
          <p:cNvSpPr txBox="1"/>
          <p:nvPr/>
        </p:nvSpPr>
        <p:spPr>
          <a:xfrm>
            <a:off x="7696636" y="1987730"/>
            <a:ext cx="4035393" cy="274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zh-CN" sz="2800" b="1" dirty="0">
                <a:solidFill>
                  <a:srgbClr val="3C5881"/>
                </a:solidFill>
              </a:rPr>
              <a:t>数值特征无</a:t>
            </a:r>
            <a:r>
              <a:rPr lang="zh-CN" altLang="en-US" sz="2800" b="1" dirty="0">
                <a:solidFill>
                  <a:srgbClr val="3C5881"/>
                </a:solidFill>
              </a:rPr>
              <a:t>图像</a:t>
            </a:r>
            <a:endParaRPr lang="en-US" altLang="zh-CN" sz="2800" b="1" dirty="0">
              <a:solidFill>
                <a:srgbClr val="3C5881"/>
              </a:solidFill>
            </a:endParaRPr>
          </a:p>
          <a:p>
            <a:r>
              <a:rPr lang="zh-CN" altLang="zh-CN" sz="2800" b="1" dirty="0">
                <a:solidFill>
                  <a:srgbClr val="3C5881"/>
                </a:solidFill>
              </a:rPr>
              <a:t>原因排查</a:t>
            </a:r>
            <a:r>
              <a:rPr lang="zh-CN" altLang="en-US" sz="2800" b="1" dirty="0">
                <a:solidFill>
                  <a:srgbClr val="3C5881"/>
                </a:solidFill>
              </a:rPr>
              <a:t>：</a:t>
            </a:r>
            <a:endParaRPr lang="en-US" altLang="zh-CN" sz="2800" b="1" dirty="0">
              <a:solidFill>
                <a:srgbClr val="3C588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3C5881"/>
                </a:solidFill>
              </a:rPr>
              <a:t>1</a:t>
            </a:r>
            <a:r>
              <a:rPr lang="zh-CN" altLang="en-US" sz="2000" b="1" dirty="0">
                <a:solidFill>
                  <a:srgbClr val="3C5881"/>
                </a:solidFill>
              </a:rPr>
              <a:t>、</a:t>
            </a:r>
            <a:r>
              <a:rPr lang="zh-CN" altLang="zh-CN" sz="2000" b="1" dirty="0">
                <a:solidFill>
                  <a:srgbClr val="3C5881"/>
                </a:solidFill>
              </a:rPr>
              <a:t>所有数值特征的 -log10(p) 都无限贴近 0、几乎和横轴重合</a:t>
            </a:r>
            <a:endParaRPr lang="en-US" altLang="zh-CN" sz="2000" b="1" dirty="0">
              <a:solidFill>
                <a:srgbClr val="3C588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3C5881"/>
                </a:solidFill>
              </a:rPr>
              <a:t>2</a:t>
            </a:r>
            <a:r>
              <a:rPr lang="zh-CN" altLang="en-US" sz="2000" b="1" dirty="0">
                <a:solidFill>
                  <a:srgbClr val="3C5881"/>
                </a:solidFill>
              </a:rPr>
              <a:t>、</a:t>
            </a:r>
            <a:r>
              <a:rPr lang="zh-CN" altLang="zh-CN" sz="2000" b="1" dirty="0">
                <a:solidFill>
                  <a:srgbClr val="3C5881"/>
                </a:solidFill>
              </a:rPr>
              <a:t>全部数值特征 p 值远大于 0.05</a:t>
            </a:r>
            <a:endParaRPr lang="en-US" altLang="zh-CN" sz="2000" b="1" dirty="0">
              <a:solidFill>
                <a:srgbClr val="3C5881"/>
              </a:solidFill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rgbClr val="3C5881"/>
                </a:solidFill>
              </a:rPr>
              <a:t>3</a:t>
            </a:r>
            <a:r>
              <a:rPr lang="zh-CN" altLang="en-US" sz="2000" b="1" dirty="0">
                <a:solidFill>
                  <a:srgbClr val="3C5881"/>
                </a:solidFill>
              </a:rPr>
              <a:t>、代码层面</a:t>
            </a:r>
          </a:p>
        </p:txBody>
      </p:sp>
    </p:spTree>
    <p:extLst>
      <p:ext uri="{BB962C8B-B14F-4D97-AF65-F5344CB8AC3E}">
        <p14:creationId xmlns:p14="http://schemas.microsoft.com/office/powerpoint/2010/main" val="7333443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A04CEF-98D4-2537-300A-E758A4DA43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541F17A-4F01-F4A9-D631-AC8A9D590A76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651625"/>
            <a:ext cx="2743200" cy="200025"/>
          </a:xfrm>
        </p:spPr>
        <p:txBody>
          <a:bodyPr/>
          <a:lstStyle/>
          <a:p>
            <a:fld id="{3A5FA3A1-F10B-4322-8B40-8C91174EDF97}" type="datetime1">
              <a:rPr lang="zh-CN" altLang="en-US" smtClean="0"/>
              <a:pPr/>
              <a:t>2026/7/17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35F221A-FC93-CD57-95C4-F3C9D20A285E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51625"/>
            <a:ext cx="4114800" cy="200025"/>
          </a:xfrm>
        </p:spPr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05104DE9-6B57-EFD3-CF32-B7217AAC370F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651625"/>
            <a:ext cx="2743200" cy="200025"/>
          </a:xfrm>
        </p:spPr>
        <p:txBody>
          <a:bodyPr/>
          <a:lstStyle/>
          <a:p>
            <a:fld id="{054335CC-B077-4EFF-BFF9-2EFEE3F838E2}" type="slidenum">
              <a:rPr lang="zh-CN" altLang="en-US" smtClean="0"/>
              <a:pPr/>
              <a:t>3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3D6CB656-684F-37D2-9A07-10286C6EE5F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462" y="1592580"/>
            <a:ext cx="6129542" cy="3672840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B8E4BF0B-E8A9-AA2D-2141-1033F004219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57173" y="1280853"/>
            <a:ext cx="5565400" cy="41778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46890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9B1820-92B8-C6C2-64CC-B98A2E009B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DCC84463-26A0-BEA5-2196-FAA8DBEE0EC3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651625"/>
            <a:ext cx="2743200" cy="200025"/>
          </a:xfrm>
        </p:spPr>
        <p:txBody>
          <a:bodyPr/>
          <a:lstStyle/>
          <a:p>
            <a:fld id="{3A5FA3A1-F10B-4322-8B40-8C91174EDF97}" type="datetime1">
              <a:rPr lang="zh-CN" altLang="en-US" smtClean="0"/>
              <a:pPr/>
              <a:t>2026/7/17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CEBEEE2-1DA5-BA68-CB97-4790C5261B85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51625"/>
            <a:ext cx="4114800" cy="200025"/>
          </a:xfrm>
        </p:spPr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FFAD88E-083B-0BE4-E1BE-FD61195FF5CA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651625"/>
            <a:ext cx="2743200" cy="200025"/>
          </a:xfrm>
        </p:spPr>
        <p:txBody>
          <a:bodyPr/>
          <a:lstStyle/>
          <a:p>
            <a:fld id="{054335CC-B077-4EFF-BFF9-2EFEE3F838E2}" type="slidenum">
              <a:rPr lang="zh-CN" altLang="en-US" smtClean="0"/>
              <a:pPr/>
              <a:t>4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C8EBE1C8-E2D5-70AB-1F9D-8F20329C69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49500"/>
          <a:stretch>
            <a:fillRect/>
          </a:stretch>
        </p:blipFill>
        <p:spPr>
          <a:xfrm>
            <a:off x="7221204" y="2837097"/>
            <a:ext cx="4577542" cy="4020903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2F95481A-DC24-3D7E-BEB2-FB48E12E536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65266"/>
            <a:ext cx="6719681" cy="5480857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87CE7956-4528-1E7E-BC79-CA38DB8D18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834498" y="108708"/>
            <a:ext cx="3514725" cy="2609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227260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3D00DFC-5181-50CE-6945-1325D7746F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7925CE-DE35-DBC4-6D23-1E88F44713DB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651625"/>
            <a:ext cx="2743200" cy="200025"/>
          </a:xfrm>
        </p:spPr>
        <p:txBody>
          <a:bodyPr/>
          <a:lstStyle/>
          <a:p>
            <a:fld id="{3A5FA3A1-F10B-4322-8B40-8C91174EDF97}" type="datetime1">
              <a:rPr lang="zh-CN" altLang="en-US" smtClean="0"/>
              <a:pPr/>
              <a:t>2026/7/17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BC3EC2C-3A63-7397-A364-040E841A71F7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51625"/>
            <a:ext cx="4114800" cy="200025"/>
          </a:xfrm>
        </p:spPr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445DC6F-C852-9350-69E1-3A09085B2749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651625"/>
            <a:ext cx="2743200" cy="200025"/>
          </a:xfrm>
        </p:spPr>
        <p:txBody>
          <a:bodyPr/>
          <a:lstStyle/>
          <a:p>
            <a:fld id="{054335CC-B077-4EFF-BFF9-2EFEE3F838E2}" type="slidenum">
              <a:rPr lang="zh-CN" altLang="en-US" smtClean="0"/>
              <a:pPr/>
              <a:t>5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55CD9355-1CCD-4983-183C-CF2F531070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482696"/>
            <a:ext cx="6152627" cy="4308504"/>
          </a:xfrm>
          <a:prstGeom prst="rect">
            <a:avLst/>
          </a:prstGeom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A64DA48D-795A-94B4-197E-457056BAED6B}"/>
              </a:ext>
            </a:extLst>
          </p:cNvPr>
          <p:cNvSpPr txBox="1"/>
          <p:nvPr/>
        </p:nvSpPr>
        <p:spPr>
          <a:xfrm>
            <a:off x="1371600" y="710494"/>
            <a:ext cx="6096000" cy="308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</a:pPr>
            <a:r>
              <a:rPr lang="zh-CN" altLang="zh-CN" sz="2800" b="1" dirty="0">
                <a:solidFill>
                  <a:srgbClr val="3C5881"/>
                </a:solidFill>
              </a:rPr>
              <a:t>05c_pvalue_vs_effectsize</a:t>
            </a: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028728E6-7E85-C28C-32DE-A7472797FC6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82459" y="1685638"/>
            <a:ext cx="5759664" cy="39026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017562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EC051A-A71E-A064-74E4-6C428CE113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992144D5-42C8-057B-D4DE-0874D8F64BA9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651625"/>
            <a:ext cx="2743200" cy="200025"/>
          </a:xfrm>
        </p:spPr>
        <p:txBody>
          <a:bodyPr/>
          <a:lstStyle/>
          <a:p>
            <a:fld id="{3A5FA3A1-F10B-4322-8B40-8C91174EDF97}" type="datetime1">
              <a:rPr lang="zh-CN" altLang="en-US" smtClean="0"/>
              <a:pPr/>
              <a:t>2026/7/17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7FF3B755-A3DF-6EA9-4FFD-7631A0A0BE72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51625"/>
            <a:ext cx="4114800" cy="200025"/>
          </a:xfrm>
        </p:spPr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9B1E6351-84BE-B21E-9B89-3D8584FFD855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651625"/>
            <a:ext cx="2743200" cy="200025"/>
          </a:xfrm>
        </p:spPr>
        <p:txBody>
          <a:bodyPr/>
          <a:lstStyle/>
          <a:p>
            <a:fld id="{054335CC-B077-4EFF-BFF9-2EFEE3F838E2}" type="slidenum">
              <a:rPr lang="zh-CN" altLang="en-US" smtClean="0"/>
              <a:pPr/>
              <a:t>6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9647209F-45F4-99D4-A823-2D1DA132B3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169325"/>
            <a:ext cx="5887249" cy="4136986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18F96349-35F8-7FDF-A84C-32B46FB2802E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87249" y="1517933"/>
            <a:ext cx="6304751" cy="3665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574425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B12F4-DB1A-4AB9-933F-2F25B999704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9041680-92B3-C353-4F15-2806CB06F5BE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651625"/>
            <a:ext cx="2743200" cy="200025"/>
          </a:xfrm>
        </p:spPr>
        <p:txBody>
          <a:bodyPr/>
          <a:lstStyle/>
          <a:p>
            <a:fld id="{3A5FA3A1-F10B-4322-8B40-8C91174EDF97}" type="datetime1">
              <a:rPr lang="zh-CN" altLang="en-US" smtClean="0"/>
              <a:pPr/>
              <a:t>2026/7/17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97FB40-45EA-2B0D-9845-DE48A8B3406F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51625"/>
            <a:ext cx="4114800" cy="200025"/>
          </a:xfrm>
        </p:spPr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C704A44-1C50-B206-A4ED-0457F0C3D841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651625"/>
            <a:ext cx="2743200" cy="200025"/>
          </a:xfrm>
        </p:spPr>
        <p:txBody>
          <a:bodyPr/>
          <a:lstStyle/>
          <a:p>
            <a:fld id="{054335CC-B077-4EFF-BFF9-2EFEE3F838E2}" type="slidenum">
              <a:rPr lang="zh-CN" altLang="en-US" smtClean="0"/>
              <a:pPr/>
              <a:t>7</a:t>
            </a:fld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85270EA-A605-49FB-F967-6AC34AFBE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49497" y="774091"/>
            <a:ext cx="9893005" cy="5742716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6B20948-7B4E-863E-51D6-1CD188961BA7}"/>
              </a:ext>
            </a:extLst>
          </p:cNvPr>
          <p:cNvSpPr txBox="1"/>
          <p:nvPr/>
        </p:nvSpPr>
        <p:spPr>
          <a:xfrm>
            <a:off x="4946502" y="341193"/>
            <a:ext cx="6096000" cy="308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CN" altLang="zh-CN" sz="2800" b="1" dirty="0">
                <a:solidFill>
                  <a:srgbClr val="3C5881"/>
                </a:solidFill>
              </a:rPr>
              <a:t>05</a:t>
            </a:r>
            <a:r>
              <a:rPr lang="en-US" altLang="zh-CN" sz="2800" b="1" dirty="0">
                <a:solidFill>
                  <a:srgbClr val="3C5881"/>
                </a:solidFill>
              </a:rPr>
              <a:t>c</a:t>
            </a:r>
            <a:r>
              <a:rPr lang="zh-CN" altLang="en-US" sz="2800" b="1" dirty="0">
                <a:solidFill>
                  <a:srgbClr val="3C5881"/>
                </a:solidFill>
              </a:rPr>
              <a:t>修正</a:t>
            </a:r>
            <a:endParaRPr lang="zh-CN" altLang="zh-CN" sz="2800" b="1" dirty="0">
              <a:solidFill>
                <a:srgbClr val="3C58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291103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36AB8D-721C-EACE-3A82-2482AC6535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7C6DFA1-F5D1-39E6-CD8A-057306482514}"/>
              </a:ext>
            </a:extLst>
          </p:cNvPr>
          <p:cNvSpPr>
            <a:spLocks noGrp="1"/>
          </p:cNvSpPr>
          <p:nvPr>
            <p:ph type="dt" sz="half" idx="4294967295"/>
          </p:nvPr>
        </p:nvSpPr>
        <p:spPr>
          <a:xfrm>
            <a:off x="0" y="6651625"/>
            <a:ext cx="2743200" cy="200025"/>
          </a:xfrm>
        </p:spPr>
        <p:txBody>
          <a:bodyPr/>
          <a:lstStyle/>
          <a:p>
            <a:fld id="{3A5FA3A1-F10B-4322-8B40-8C91174EDF97}" type="datetime1">
              <a:rPr lang="zh-CN" altLang="en-US" smtClean="0"/>
              <a:pPr/>
              <a:t>2026/7/17</a:t>
            </a:fld>
            <a:endParaRPr lang="zh-CN" altLang="en-US" dirty="0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B3202702-3658-BAEB-334A-757B77F814D0}"/>
              </a:ext>
            </a:extLst>
          </p:cNvPr>
          <p:cNvSpPr>
            <a:spLocks noGrp="1"/>
          </p:cNvSpPr>
          <p:nvPr>
            <p:ph type="ftr" sz="quarter" idx="4294967295"/>
          </p:nvPr>
        </p:nvSpPr>
        <p:spPr>
          <a:xfrm>
            <a:off x="0" y="6651625"/>
            <a:ext cx="4114800" cy="200025"/>
          </a:xfrm>
        </p:spPr>
        <p:txBody>
          <a:bodyPr/>
          <a:lstStyle/>
          <a:p>
            <a:r>
              <a:rPr lang="en-US" altLang="zh-CN"/>
              <a:t>——   </a:t>
            </a:r>
            <a:r>
              <a:rPr lang="zh-CN" altLang="en-US"/>
              <a:t>博学至精  明德至善   </a:t>
            </a:r>
            <a:r>
              <a:rPr lang="en-US" altLang="zh-CN"/>
              <a:t>——</a:t>
            </a:r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4A7E72C9-037A-584E-14C1-34AE4C84C3B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448800" y="6651625"/>
            <a:ext cx="2743200" cy="200025"/>
          </a:xfrm>
        </p:spPr>
        <p:txBody>
          <a:bodyPr/>
          <a:lstStyle/>
          <a:p>
            <a:fld id="{054335CC-B077-4EFF-BFF9-2EFEE3F838E2}" type="slidenum">
              <a:rPr lang="zh-CN" altLang="en-US" smtClean="0"/>
              <a:pPr/>
              <a:t>8</a:t>
            </a:fld>
            <a:endParaRPr lang="zh-CN" altLang="en-US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CA037671-91A7-D421-5034-9F00B6CBBA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490" y="1351129"/>
            <a:ext cx="11552830" cy="5124731"/>
          </a:xfrm>
          <a:prstGeom prst="rect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192F8E0E-F927-F4DB-54DF-815E3D22BF9B}"/>
              </a:ext>
            </a:extLst>
          </p:cNvPr>
          <p:cNvSpPr txBox="1"/>
          <p:nvPr/>
        </p:nvSpPr>
        <p:spPr>
          <a:xfrm>
            <a:off x="5183130" y="678814"/>
            <a:ext cx="6096000" cy="3087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ts val="1425"/>
              </a:lnSpc>
              <a:buNone/>
            </a:pPr>
            <a:r>
              <a:rPr lang="zh-CN" altLang="zh-CN" sz="2800" b="1" dirty="0">
                <a:solidFill>
                  <a:srgbClr val="3C5881"/>
                </a:solidFill>
              </a:rPr>
              <a:t>05a</a:t>
            </a:r>
            <a:r>
              <a:rPr lang="zh-CN" altLang="en-US" sz="2800" b="1" dirty="0">
                <a:solidFill>
                  <a:srgbClr val="3C5881"/>
                </a:solidFill>
              </a:rPr>
              <a:t>修正</a:t>
            </a:r>
            <a:endParaRPr lang="zh-CN" altLang="zh-CN" sz="2800" b="1" dirty="0">
              <a:solidFill>
                <a:srgbClr val="3C588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3952677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LIDE.GUIDESSETTING" val="{&quot;Id&quot;:&quot;GuidesStyle_Normal&quot;,&quot;Name&quot;:&quot;正常&quot;,&quot;HeaderHeight&quot;:15.0,&quot;FooterHeight&quot;:9.0,&quot;SideMargin&quot;:5.5,&quot;TopMargin&quot;:0.0,&quot;BottomMargin&quot;:0.0,&quot;IntervalMargin&quot;:1.5,&quot;SettingType&quot;:&quot;System&quot;}"/>
  <p:tag name="COMMONDATA" val="eyJoZGlkIjoiMTA4MzBmNjQ4YTQzM2MzZjZhOGUzN2JmNWMyMDg3OWQifQ=="/>
</p:tagLst>
</file>

<file path=ppt/theme/theme1.xml><?xml version="1.0" encoding="utf-8"?>
<a:theme xmlns:a="http://schemas.openxmlformats.org/drawingml/2006/main" name="Office 主题​​">
  <a:themeElements>
    <a:clrScheme name="南京医科大学（蓝色）">
      <a:dk1>
        <a:srgbClr val="000000"/>
      </a:dk1>
      <a:lt1>
        <a:srgbClr val="FFFFFF"/>
      </a:lt1>
      <a:dk2>
        <a:srgbClr val="768395"/>
      </a:dk2>
      <a:lt2>
        <a:srgbClr val="F0F0F0"/>
      </a:lt2>
      <a:accent1>
        <a:srgbClr val="3C5881"/>
      </a:accent1>
      <a:accent2>
        <a:srgbClr val="0097C4"/>
      </a:accent2>
      <a:accent3>
        <a:srgbClr val="B8282E"/>
      </a:accent3>
      <a:accent4>
        <a:srgbClr val="FDB812"/>
      </a:accent4>
      <a:accent5>
        <a:srgbClr val="AD8576"/>
      </a:accent5>
      <a:accent6>
        <a:srgbClr val="AC9B9A"/>
      </a:accent6>
      <a:hlink>
        <a:srgbClr val="4472C4"/>
      </a:hlink>
      <a:folHlink>
        <a:srgbClr val="BFBFBF"/>
      </a:folHlink>
    </a:clrScheme>
    <a:fontScheme name="南京医科大学毕业答辩模板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rtlCol="0">
        <a:spAutoFit/>
      </a:bodyPr>
      <a:lstStyle>
        <a:defPPr algn="l">
          <a:lnSpc>
            <a:spcPct val="125000"/>
          </a:lnSpc>
          <a:defRPr dirty="0" smtClean="0">
            <a:solidFill>
              <a:schemeClr val="tx1">
                <a:lumMod val="85000"/>
                <a:lumOff val="15000"/>
              </a:schemeClr>
            </a:solidFill>
            <a:latin typeface="+mn-ea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161</Words>
  <Application>Microsoft Office PowerPoint</Application>
  <PresentationFormat>宽屏</PresentationFormat>
  <Paragraphs>41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1" baseType="lpstr"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冰棍 ruoruo</dc:creator>
  <cp:lastModifiedBy>huanchen you</cp:lastModifiedBy>
  <cp:revision>902</cp:revision>
  <dcterms:created xsi:type="dcterms:W3CDTF">2018-12-19T06:50:00Z</dcterms:created>
  <dcterms:modified xsi:type="dcterms:W3CDTF">2026-07-17T03:51:41Z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08E2C39B43AA47258ED07ECE69E1321A_12</vt:lpwstr>
  </property>
  <property fmtid="{D5CDD505-2E9C-101B-9397-08002B2CF9AE}" pid="3" name="KSOProductBuildVer">
    <vt:lpwstr>2052-12.1.0.17827</vt:lpwstr>
  </property>
</Properties>
</file>